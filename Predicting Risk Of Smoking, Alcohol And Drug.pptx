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62" r:id="rId4"/>
    <p:sldId id="263" r:id="rId5"/>
    <p:sldId id="265" r:id="rId6"/>
    <p:sldId id="274" r:id="rId7"/>
    <p:sldId id="311" r:id="rId8"/>
    <p:sldId id="312" r:id="rId9"/>
    <p:sldId id="278" r:id="rId10"/>
    <p:sldId id="313" r:id="rId11"/>
    <p:sldId id="314" r:id="rId12"/>
    <p:sldId id="315" r:id="rId13"/>
    <p:sldId id="316" r:id="rId14"/>
    <p:sldId id="31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2658470-9A31-4080-B41E-7A191DAF40F1}">
          <p14:sldIdLst>
            <p14:sldId id="256"/>
            <p14:sldId id="257"/>
            <p14:sldId id="262"/>
            <p14:sldId id="263"/>
            <p14:sldId id="265"/>
            <p14:sldId id="274"/>
            <p14:sldId id="311"/>
            <p14:sldId id="312"/>
            <p14:sldId id="278"/>
          </p14:sldIdLst>
        </p14:section>
        <p14:section name="Untitled Section" id="{9BBAF66B-2FE1-438E-8571-39AC87E1EB5E}">
          <p14:sldIdLst>
            <p14:sldId id="313"/>
            <p14:sldId id="314"/>
            <p14:sldId id="315"/>
            <p14:sldId id="316"/>
            <p14:sldId id="31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77" y="4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31F5FD-719A-401A-8C08-A6B6990E620C}" type="datetimeFigureOut">
              <a:rPr lang="en-IN" smtClean="0"/>
              <a:t>23-11-2025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23EC99-E85D-44AE-85EA-9571E00A1DE7}" type="slidenum">
              <a:rPr lang="en-IN" smtClean="0"/>
              <a:t>‹#›</a:t>
            </a:fld>
            <a:endParaRPr lang="en-IN"/>
          </a:p>
        </p:txBody>
      </p:sp>
    </p:spTree>
    <p:extLst>
      <p:ext uri="{BB962C8B-B14F-4D97-AF65-F5344CB8AC3E}">
        <p14:creationId xmlns:p14="http://schemas.microsoft.com/office/powerpoint/2010/main" val="757261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54dda194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54dda194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54dda194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54dda194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591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27cc6fa5e33_0_2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27cc6fa5e33_0_2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16794-8C7F-4C39-B4FA-2002D5C0CF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B9EC8D6-AEA1-449F-B0EE-0B2798C775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F10603C-79DF-47B3-B93B-8E5C9265F4D8}"/>
              </a:ext>
            </a:extLst>
          </p:cNvPr>
          <p:cNvSpPr>
            <a:spLocks noGrp="1"/>
          </p:cNvSpPr>
          <p:nvPr>
            <p:ph type="dt" sz="half" idx="10"/>
          </p:nvPr>
        </p:nvSpPr>
        <p:spPr/>
        <p:txBody>
          <a:bodyPr/>
          <a:lstStyle/>
          <a:p>
            <a:fld id="{0E3A872A-F892-4AAB-A461-439E46E2A838}" type="datetimeFigureOut">
              <a:rPr lang="en-IN" smtClean="0"/>
              <a:t>23-11-2025</a:t>
            </a:fld>
            <a:endParaRPr lang="en-IN"/>
          </a:p>
        </p:txBody>
      </p:sp>
      <p:sp>
        <p:nvSpPr>
          <p:cNvPr id="5" name="Footer Placeholder 4">
            <a:extLst>
              <a:ext uri="{FF2B5EF4-FFF2-40B4-BE49-F238E27FC236}">
                <a16:creationId xmlns:a16="http://schemas.microsoft.com/office/drawing/2014/main" id="{4894BE01-499A-471A-8D71-A64DCBF674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F3A84C-66F1-415D-80CD-4B833129102F}"/>
              </a:ext>
            </a:extLst>
          </p:cNvPr>
          <p:cNvSpPr>
            <a:spLocks noGrp="1"/>
          </p:cNvSpPr>
          <p:nvPr>
            <p:ph type="sldNum" sz="quarter" idx="12"/>
          </p:nvPr>
        </p:nvSpPr>
        <p:spPr/>
        <p:txBody>
          <a:bodyPr/>
          <a:lstStyle/>
          <a:p>
            <a:fld id="{6B2A4776-E3C2-4E1E-A3E6-84231F4F21AF}" type="slidenum">
              <a:rPr lang="en-IN" smtClean="0"/>
              <a:t>‹#›</a:t>
            </a:fld>
            <a:endParaRPr lang="en-IN"/>
          </a:p>
        </p:txBody>
      </p:sp>
    </p:spTree>
    <p:extLst>
      <p:ext uri="{BB962C8B-B14F-4D97-AF65-F5344CB8AC3E}">
        <p14:creationId xmlns:p14="http://schemas.microsoft.com/office/powerpoint/2010/main" val="816943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280F9-9BDE-4331-9294-F9ACD4EB45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D5019F-5131-451F-BD62-5EA71351B1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30019B-A5DD-4DD7-999A-BDACC0986CA7}"/>
              </a:ext>
            </a:extLst>
          </p:cNvPr>
          <p:cNvSpPr>
            <a:spLocks noGrp="1"/>
          </p:cNvSpPr>
          <p:nvPr>
            <p:ph type="dt" sz="half" idx="10"/>
          </p:nvPr>
        </p:nvSpPr>
        <p:spPr/>
        <p:txBody>
          <a:bodyPr/>
          <a:lstStyle/>
          <a:p>
            <a:fld id="{0E3A872A-F892-4AAB-A461-439E46E2A838}" type="datetimeFigureOut">
              <a:rPr lang="en-IN" smtClean="0"/>
              <a:t>23-11-2025</a:t>
            </a:fld>
            <a:endParaRPr lang="en-IN"/>
          </a:p>
        </p:txBody>
      </p:sp>
      <p:sp>
        <p:nvSpPr>
          <p:cNvPr id="5" name="Footer Placeholder 4">
            <a:extLst>
              <a:ext uri="{FF2B5EF4-FFF2-40B4-BE49-F238E27FC236}">
                <a16:creationId xmlns:a16="http://schemas.microsoft.com/office/drawing/2014/main" id="{3C046ADA-FA34-49B9-8315-C88F9B3027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815A68-C82A-4B5A-8BED-A6F34D4F92BB}"/>
              </a:ext>
            </a:extLst>
          </p:cNvPr>
          <p:cNvSpPr>
            <a:spLocks noGrp="1"/>
          </p:cNvSpPr>
          <p:nvPr>
            <p:ph type="sldNum" sz="quarter" idx="12"/>
          </p:nvPr>
        </p:nvSpPr>
        <p:spPr/>
        <p:txBody>
          <a:bodyPr/>
          <a:lstStyle/>
          <a:p>
            <a:fld id="{6B2A4776-E3C2-4E1E-A3E6-84231F4F21AF}" type="slidenum">
              <a:rPr lang="en-IN" smtClean="0"/>
              <a:t>‹#›</a:t>
            </a:fld>
            <a:endParaRPr lang="en-IN"/>
          </a:p>
        </p:txBody>
      </p:sp>
    </p:spTree>
    <p:extLst>
      <p:ext uri="{BB962C8B-B14F-4D97-AF65-F5344CB8AC3E}">
        <p14:creationId xmlns:p14="http://schemas.microsoft.com/office/powerpoint/2010/main" val="3600891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F5EDA-802A-4D76-AA28-3C43A54EC1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645A494-5563-4B0C-959F-55FFABE514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E6AE91-A1A7-472D-B9FF-B2B7F822D24F}"/>
              </a:ext>
            </a:extLst>
          </p:cNvPr>
          <p:cNvSpPr>
            <a:spLocks noGrp="1"/>
          </p:cNvSpPr>
          <p:nvPr>
            <p:ph type="dt" sz="half" idx="10"/>
          </p:nvPr>
        </p:nvSpPr>
        <p:spPr/>
        <p:txBody>
          <a:bodyPr/>
          <a:lstStyle/>
          <a:p>
            <a:fld id="{0E3A872A-F892-4AAB-A461-439E46E2A838}" type="datetimeFigureOut">
              <a:rPr lang="en-IN" smtClean="0"/>
              <a:t>23-11-2025</a:t>
            </a:fld>
            <a:endParaRPr lang="en-IN"/>
          </a:p>
        </p:txBody>
      </p:sp>
      <p:sp>
        <p:nvSpPr>
          <p:cNvPr id="5" name="Footer Placeholder 4">
            <a:extLst>
              <a:ext uri="{FF2B5EF4-FFF2-40B4-BE49-F238E27FC236}">
                <a16:creationId xmlns:a16="http://schemas.microsoft.com/office/drawing/2014/main" id="{51A5DBE1-A08C-4FE7-BF66-01D36B94D2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1FD742-A506-499B-BF84-0EC1F3EB9744}"/>
              </a:ext>
            </a:extLst>
          </p:cNvPr>
          <p:cNvSpPr>
            <a:spLocks noGrp="1"/>
          </p:cNvSpPr>
          <p:nvPr>
            <p:ph type="sldNum" sz="quarter" idx="12"/>
          </p:nvPr>
        </p:nvSpPr>
        <p:spPr/>
        <p:txBody>
          <a:bodyPr/>
          <a:lstStyle/>
          <a:p>
            <a:fld id="{6B2A4776-E3C2-4E1E-A3E6-84231F4F21AF}" type="slidenum">
              <a:rPr lang="en-IN" smtClean="0"/>
              <a:t>‹#›</a:t>
            </a:fld>
            <a:endParaRPr lang="en-IN"/>
          </a:p>
        </p:txBody>
      </p:sp>
    </p:spTree>
    <p:extLst>
      <p:ext uri="{BB962C8B-B14F-4D97-AF65-F5344CB8AC3E}">
        <p14:creationId xmlns:p14="http://schemas.microsoft.com/office/powerpoint/2010/main" val="1363955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03FDE-1FDB-467F-9334-4BEA612F3C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B156C7-15E0-4746-AA95-17182F4B30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E229A9E-4524-4F19-A324-EAC7982032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91FE171-1C96-41D4-8D2E-62D60A7E1DE7}"/>
              </a:ext>
            </a:extLst>
          </p:cNvPr>
          <p:cNvSpPr>
            <a:spLocks noGrp="1"/>
          </p:cNvSpPr>
          <p:nvPr>
            <p:ph type="dt" sz="half" idx="10"/>
          </p:nvPr>
        </p:nvSpPr>
        <p:spPr/>
        <p:txBody>
          <a:bodyPr/>
          <a:lstStyle/>
          <a:p>
            <a:fld id="{0E3A872A-F892-4AAB-A461-439E46E2A838}" type="datetimeFigureOut">
              <a:rPr lang="en-IN" smtClean="0"/>
              <a:t>23-11-2025</a:t>
            </a:fld>
            <a:endParaRPr lang="en-IN"/>
          </a:p>
        </p:txBody>
      </p:sp>
      <p:sp>
        <p:nvSpPr>
          <p:cNvPr id="6" name="Footer Placeholder 5">
            <a:extLst>
              <a:ext uri="{FF2B5EF4-FFF2-40B4-BE49-F238E27FC236}">
                <a16:creationId xmlns:a16="http://schemas.microsoft.com/office/drawing/2014/main" id="{DF1CE36D-EC5C-474F-876D-28F141C009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098371-FAFF-415C-91B4-D6947F90787F}"/>
              </a:ext>
            </a:extLst>
          </p:cNvPr>
          <p:cNvSpPr>
            <a:spLocks noGrp="1"/>
          </p:cNvSpPr>
          <p:nvPr>
            <p:ph type="sldNum" sz="quarter" idx="12"/>
          </p:nvPr>
        </p:nvSpPr>
        <p:spPr/>
        <p:txBody>
          <a:bodyPr/>
          <a:lstStyle/>
          <a:p>
            <a:fld id="{6B2A4776-E3C2-4E1E-A3E6-84231F4F21AF}" type="slidenum">
              <a:rPr lang="en-IN" smtClean="0"/>
              <a:t>‹#›</a:t>
            </a:fld>
            <a:endParaRPr lang="en-IN"/>
          </a:p>
        </p:txBody>
      </p:sp>
    </p:spTree>
    <p:extLst>
      <p:ext uri="{BB962C8B-B14F-4D97-AF65-F5344CB8AC3E}">
        <p14:creationId xmlns:p14="http://schemas.microsoft.com/office/powerpoint/2010/main" val="766921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F370A-4A1B-40B4-84A3-1054CBFA5C0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C8AB0F7-3871-46C0-92D9-7B59560D91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FB201F-48CD-4FFF-8175-3A17A9347E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363A8F7-574A-474B-B749-D1088F98FD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6B7483-A24A-407F-8258-39A9DD181F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F4F31B-3E3D-4228-9FE7-5003FA91D31C}"/>
              </a:ext>
            </a:extLst>
          </p:cNvPr>
          <p:cNvSpPr>
            <a:spLocks noGrp="1"/>
          </p:cNvSpPr>
          <p:nvPr>
            <p:ph type="dt" sz="half" idx="10"/>
          </p:nvPr>
        </p:nvSpPr>
        <p:spPr/>
        <p:txBody>
          <a:bodyPr/>
          <a:lstStyle/>
          <a:p>
            <a:fld id="{0E3A872A-F892-4AAB-A461-439E46E2A838}" type="datetimeFigureOut">
              <a:rPr lang="en-IN" smtClean="0"/>
              <a:t>23-11-2025</a:t>
            </a:fld>
            <a:endParaRPr lang="en-IN"/>
          </a:p>
        </p:txBody>
      </p:sp>
      <p:sp>
        <p:nvSpPr>
          <p:cNvPr id="8" name="Footer Placeholder 7">
            <a:extLst>
              <a:ext uri="{FF2B5EF4-FFF2-40B4-BE49-F238E27FC236}">
                <a16:creationId xmlns:a16="http://schemas.microsoft.com/office/drawing/2014/main" id="{33A917DC-A777-4F26-984A-AE3D362993F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5DC8B34-5B90-4634-822F-A9C41169E84C}"/>
              </a:ext>
            </a:extLst>
          </p:cNvPr>
          <p:cNvSpPr>
            <a:spLocks noGrp="1"/>
          </p:cNvSpPr>
          <p:nvPr>
            <p:ph type="sldNum" sz="quarter" idx="12"/>
          </p:nvPr>
        </p:nvSpPr>
        <p:spPr/>
        <p:txBody>
          <a:bodyPr/>
          <a:lstStyle/>
          <a:p>
            <a:fld id="{6B2A4776-E3C2-4E1E-A3E6-84231F4F21AF}" type="slidenum">
              <a:rPr lang="en-IN" smtClean="0"/>
              <a:t>‹#›</a:t>
            </a:fld>
            <a:endParaRPr lang="en-IN"/>
          </a:p>
        </p:txBody>
      </p:sp>
    </p:spTree>
    <p:extLst>
      <p:ext uri="{BB962C8B-B14F-4D97-AF65-F5344CB8AC3E}">
        <p14:creationId xmlns:p14="http://schemas.microsoft.com/office/powerpoint/2010/main" val="1532601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4405E-25B4-43C9-AA8E-B2F3D3AD0D3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85D7C3-AD30-40C1-BEDC-1052A9F06314}"/>
              </a:ext>
            </a:extLst>
          </p:cNvPr>
          <p:cNvSpPr>
            <a:spLocks noGrp="1"/>
          </p:cNvSpPr>
          <p:nvPr>
            <p:ph type="dt" sz="half" idx="10"/>
          </p:nvPr>
        </p:nvSpPr>
        <p:spPr/>
        <p:txBody>
          <a:bodyPr/>
          <a:lstStyle/>
          <a:p>
            <a:fld id="{0E3A872A-F892-4AAB-A461-439E46E2A838}" type="datetimeFigureOut">
              <a:rPr lang="en-IN" smtClean="0"/>
              <a:t>23-11-2025</a:t>
            </a:fld>
            <a:endParaRPr lang="en-IN"/>
          </a:p>
        </p:txBody>
      </p:sp>
      <p:sp>
        <p:nvSpPr>
          <p:cNvPr id="4" name="Footer Placeholder 3">
            <a:extLst>
              <a:ext uri="{FF2B5EF4-FFF2-40B4-BE49-F238E27FC236}">
                <a16:creationId xmlns:a16="http://schemas.microsoft.com/office/drawing/2014/main" id="{7150F2D2-C7FB-475E-B1D7-5B9EB5FB13F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E080BBA-ABE6-4FF9-868E-6F537C19A37D}"/>
              </a:ext>
            </a:extLst>
          </p:cNvPr>
          <p:cNvSpPr>
            <a:spLocks noGrp="1"/>
          </p:cNvSpPr>
          <p:nvPr>
            <p:ph type="sldNum" sz="quarter" idx="12"/>
          </p:nvPr>
        </p:nvSpPr>
        <p:spPr/>
        <p:txBody>
          <a:bodyPr/>
          <a:lstStyle/>
          <a:p>
            <a:fld id="{6B2A4776-E3C2-4E1E-A3E6-84231F4F21AF}" type="slidenum">
              <a:rPr lang="en-IN" smtClean="0"/>
              <a:t>‹#›</a:t>
            </a:fld>
            <a:endParaRPr lang="en-IN"/>
          </a:p>
        </p:txBody>
      </p:sp>
    </p:spTree>
    <p:extLst>
      <p:ext uri="{BB962C8B-B14F-4D97-AF65-F5344CB8AC3E}">
        <p14:creationId xmlns:p14="http://schemas.microsoft.com/office/powerpoint/2010/main" val="4170413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41C5A9-D8D7-4006-BA97-9D069C55CF97}"/>
              </a:ext>
            </a:extLst>
          </p:cNvPr>
          <p:cNvSpPr>
            <a:spLocks noGrp="1"/>
          </p:cNvSpPr>
          <p:nvPr>
            <p:ph type="dt" sz="half" idx="10"/>
          </p:nvPr>
        </p:nvSpPr>
        <p:spPr/>
        <p:txBody>
          <a:bodyPr/>
          <a:lstStyle/>
          <a:p>
            <a:fld id="{0E3A872A-F892-4AAB-A461-439E46E2A838}" type="datetimeFigureOut">
              <a:rPr lang="en-IN" smtClean="0"/>
              <a:t>23-11-2025</a:t>
            </a:fld>
            <a:endParaRPr lang="en-IN"/>
          </a:p>
        </p:txBody>
      </p:sp>
      <p:sp>
        <p:nvSpPr>
          <p:cNvPr id="3" name="Footer Placeholder 2">
            <a:extLst>
              <a:ext uri="{FF2B5EF4-FFF2-40B4-BE49-F238E27FC236}">
                <a16:creationId xmlns:a16="http://schemas.microsoft.com/office/drawing/2014/main" id="{7FE8C41D-6709-445E-85AC-C70DCB38FEC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995C52C-6A34-44D6-A7E3-63D9A0E85B34}"/>
              </a:ext>
            </a:extLst>
          </p:cNvPr>
          <p:cNvSpPr>
            <a:spLocks noGrp="1"/>
          </p:cNvSpPr>
          <p:nvPr>
            <p:ph type="sldNum" sz="quarter" idx="12"/>
          </p:nvPr>
        </p:nvSpPr>
        <p:spPr/>
        <p:txBody>
          <a:bodyPr/>
          <a:lstStyle/>
          <a:p>
            <a:fld id="{6B2A4776-E3C2-4E1E-A3E6-84231F4F21AF}" type="slidenum">
              <a:rPr lang="en-IN" smtClean="0"/>
              <a:t>‹#›</a:t>
            </a:fld>
            <a:endParaRPr lang="en-IN"/>
          </a:p>
        </p:txBody>
      </p:sp>
    </p:spTree>
    <p:extLst>
      <p:ext uri="{BB962C8B-B14F-4D97-AF65-F5344CB8AC3E}">
        <p14:creationId xmlns:p14="http://schemas.microsoft.com/office/powerpoint/2010/main" val="1049570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7D351-E2B5-4312-BF85-23C186177A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334A2BE-E727-40C4-9054-948112542B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8B620D0-9938-417F-BFAF-BBE252942F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7C2CF3-D50F-49B1-8CE5-7B4DEFDED85D}"/>
              </a:ext>
            </a:extLst>
          </p:cNvPr>
          <p:cNvSpPr>
            <a:spLocks noGrp="1"/>
          </p:cNvSpPr>
          <p:nvPr>
            <p:ph type="dt" sz="half" idx="10"/>
          </p:nvPr>
        </p:nvSpPr>
        <p:spPr/>
        <p:txBody>
          <a:bodyPr/>
          <a:lstStyle/>
          <a:p>
            <a:fld id="{0E3A872A-F892-4AAB-A461-439E46E2A838}" type="datetimeFigureOut">
              <a:rPr lang="en-IN" smtClean="0"/>
              <a:t>23-11-2025</a:t>
            </a:fld>
            <a:endParaRPr lang="en-IN"/>
          </a:p>
        </p:txBody>
      </p:sp>
      <p:sp>
        <p:nvSpPr>
          <p:cNvPr id="6" name="Footer Placeholder 5">
            <a:extLst>
              <a:ext uri="{FF2B5EF4-FFF2-40B4-BE49-F238E27FC236}">
                <a16:creationId xmlns:a16="http://schemas.microsoft.com/office/drawing/2014/main" id="{B35DFD3B-9C05-447A-B09A-9A16D58160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2DA835-B92F-4630-8B67-C05EF45D9B97}"/>
              </a:ext>
            </a:extLst>
          </p:cNvPr>
          <p:cNvSpPr>
            <a:spLocks noGrp="1"/>
          </p:cNvSpPr>
          <p:nvPr>
            <p:ph type="sldNum" sz="quarter" idx="12"/>
          </p:nvPr>
        </p:nvSpPr>
        <p:spPr/>
        <p:txBody>
          <a:bodyPr/>
          <a:lstStyle/>
          <a:p>
            <a:fld id="{6B2A4776-E3C2-4E1E-A3E6-84231F4F21AF}" type="slidenum">
              <a:rPr lang="en-IN" smtClean="0"/>
              <a:t>‹#›</a:t>
            </a:fld>
            <a:endParaRPr lang="en-IN"/>
          </a:p>
        </p:txBody>
      </p:sp>
    </p:spTree>
    <p:extLst>
      <p:ext uri="{BB962C8B-B14F-4D97-AF65-F5344CB8AC3E}">
        <p14:creationId xmlns:p14="http://schemas.microsoft.com/office/powerpoint/2010/main" val="995693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1D28C-ED21-4686-9DF3-5E41E98FCC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7FEDFCC-AF09-4868-AA68-1A65C9D361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F36CE02-7345-4164-A6D7-B3457F4C5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568006-9315-4348-A99B-1EFE2AD9E4F2}"/>
              </a:ext>
            </a:extLst>
          </p:cNvPr>
          <p:cNvSpPr>
            <a:spLocks noGrp="1"/>
          </p:cNvSpPr>
          <p:nvPr>
            <p:ph type="dt" sz="half" idx="10"/>
          </p:nvPr>
        </p:nvSpPr>
        <p:spPr/>
        <p:txBody>
          <a:bodyPr/>
          <a:lstStyle/>
          <a:p>
            <a:fld id="{0E3A872A-F892-4AAB-A461-439E46E2A838}" type="datetimeFigureOut">
              <a:rPr lang="en-IN" smtClean="0"/>
              <a:t>23-11-2025</a:t>
            </a:fld>
            <a:endParaRPr lang="en-IN"/>
          </a:p>
        </p:txBody>
      </p:sp>
      <p:sp>
        <p:nvSpPr>
          <p:cNvPr id="6" name="Footer Placeholder 5">
            <a:extLst>
              <a:ext uri="{FF2B5EF4-FFF2-40B4-BE49-F238E27FC236}">
                <a16:creationId xmlns:a16="http://schemas.microsoft.com/office/drawing/2014/main" id="{8179407E-122B-418D-AD42-E3465EDD3D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C8954F-2245-4C34-9834-7394E5323180}"/>
              </a:ext>
            </a:extLst>
          </p:cNvPr>
          <p:cNvSpPr>
            <a:spLocks noGrp="1"/>
          </p:cNvSpPr>
          <p:nvPr>
            <p:ph type="sldNum" sz="quarter" idx="12"/>
          </p:nvPr>
        </p:nvSpPr>
        <p:spPr/>
        <p:txBody>
          <a:bodyPr/>
          <a:lstStyle/>
          <a:p>
            <a:fld id="{6B2A4776-E3C2-4E1E-A3E6-84231F4F21AF}" type="slidenum">
              <a:rPr lang="en-IN" smtClean="0"/>
              <a:t>‹#›</a:t>
            </a:fld>
            <a:endParaRPr lang="en-IN"/>
          </a:p>
        </p:txBody>
      </p:sp>
    </p:spTree>
    <p:extLst>
      <p:ext uri="{BB962C8B-B14F-4D97-AF65-F5344CB8AC3E}">
        <p14:creationId xmlns:p14="http://schemas.microsoft.com/office/powerpoint/2010/main" val="2537157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59171-67A5-467C-B2FA-B366EE84A9D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123A3A0-C47A-406E-BD41-39D15F1362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0FCF57-458E-4B31-B433-D1AA1FAD3636}"/>
              </a:ext>
            </a:extLst>
          </p:cNvPr>
          <p:cNvSpPr>
            <a:spLocks noGrp="1"/>
          </p:cNvSpPr>
          <p:nvPr>
            <p:ph type="dt" sz="half" idx="10"/>
          </p:nvPr>
        </p:nvSpPr>
        <p:spPr/>
        <p:txBody>
          <a:bodyPr/>
          <a:lstStyle/>
          <a:p>
            <a:fld id="{0E3A872A-F892-4AAB-A461-439E46E2A838}" type="datetimeFigureOut">
              <a:rPr lang="en-IN" smtClean="0"/>
              <a:t>23-11-2025</a:t>
            </a:fld>
            <a:endParaRPr lang="en-IN"/>
          </a:p>
        </p:txBody>
      </p:sp>
      <p:sp>
        <p:nvSpPr>
          <p:cNvPr id="5" name="Footer Placeholder 4">
            <a:extLst>
              <a:ext uri="{FF2B5EF4-FFF2-40B4-BE49-F238E27FC236}">
                <a16:creationId xmlns:a16="http://schemas.microsoft.com/office/drawing/2014/main" id="{6F529398-675F-45EF-B58C-A1270632EF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303F10-B081-4084-B021-6034E3D37949}"/>
              </a:ext>
            </a:extLst>
          </p:cNvPr>
          <p:cNvSpPr>
            <a:spLocks noGrp="1"/>
          </p:cNvSpPr>
          <p:nvPr>
            <p:ph type="sldNum" sz="quarter" idx="12"/>
          </p:nvPr>
        </p:nvSpPr>
        <p:spPr/>
        <p:txBody>
          <a:bodyPr/>
          <a:lstStyle/>
          <a:p>
            <a:fld id="{6B2A4776-E3C2-4E1E-A3E6-84231F4F21AF}" type="slidenum">
              <a:rPr lang="en-IN" smtClean="0"/>
              <a:t>‹#›</a:t>
            </a:fld>
            <a:endParaRPr lang="en-IN"/>
          </a:p>
        </p:txBody>
      </p:sp>
    </p:spTree>
    <p:extLst>
      <p:ext uri="{BB962C8B-B14F-4D97-AF65-F5344CB8AC3E}">
        <p14:creationId xmlns:p14="http://schemas.microsoft.com/office/powerpoint/2010/main" val="2343422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5D6C41-CA8B-4720-953B-0DD85567F58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EC0543-FB00-483A-BA23-B5B9D2ACD7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3B73DF-9552-4535-B4E9-A845AF14C9E5}"/>
              </a:ext>
            </a:extLst>
          </p:cNvPr>
          <p:cNvSpPr>
            <a:spLocks noGrp="1"/>
          </p:cNvSpPr>
          <p:nvPr>
            <p:ph type="dt" sz="half" idx="10"/>
          </p:nvPr>
        </p:nvSpPr>
        <p:spPr/>
        <p:txBody>
          <a:bodyPr/>
          <a:lstStyle/>
          <a:p>
            <a:fld id="{0E3A872A-F892-4AAB-A461-439E46E2A838}" type="datetimeFigureOut">
              <a:rPr lang="en-IN" smtClean="0"/>
              <a:t>23-11-2025</a:t>
            </a:fld>
            <a:endParaRPr lang="en-IN"/>
          </a:p>
        </p:txBody>
      </p:sp>
      <p:sp>
        <p:nvSpPr>
          <p:cNvPr id="5" name="Footer Placeholder 4">
            <a:extLst>
              <a:ext uri="{FF2B5EF4-FFF2-40B4-BE49-F238E27FC236}">
                <a16:creationId xmlns:a16="http://schemas.microsoft.com/office/drawing/2014/main" id="{CF74EB0C-D849-41F9-8CB0-06F52AF5E2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257B35-9F8F-4F4F-BA5C-DEA954092181}"/>
              </a:ext>
            </a:extLst>
          </p:cNvPr>
          <p:cNvSpPr>
            <a:spLocks noGrp="1"/>
          </p:cNvSpPr>
          <p:nvPr>
            <p:ph type="sldNum" sz="quarter" idx="12"/>
          </p:nvPr>
        </p:nvSpPr>
        <p:spPr/>
        <p:txBody>
          <a:bodyPr/>
          <a:lstStyle/>
          <a:p>
            <a:fld id="{6B2A4776-E3C2-4E1E-A3E6-84231F4F21AF}" type="slidenum">
              <a:rPr lang="en-IN" smtClean="0"/>
              <a:t>‹#›</a:t>
            </a:fld>
            <a:endParaRPr lang="en-IN"/>
          </a:p>
        </p:txBody>
      </p:sp>
    </p:spTree>
    <p:extLst>
      <p:ext uri="{BB962C8B-B14F-4D97-AF65-F5344CB8AC3E}">
        <p14:creationId xmlns:p14="http://schemas.microsoft.com/office/powerpoint/2010/main" val="29913022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960000" y="593367"/>
            <a:ext cx="6246800" cy="8740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38" name="Google Shape;38;p7"/>
          <p:cNvSpPr txBox="1">
            <a:spLocks noGrp="1"/>
          </p:cNvSpPr>
          <p:nvPr>
            <p:ph type="subTitle" idx="1"/>
          </p:nvPr>
        </p:nvSpPr>
        <p:spPr>
          <a:xfrm>
            <a:off x="960000" y="1903467"/>
            <a:ext cx="6246800" cy="30644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
        <p:nvSpPr>
          <p:cNvPr id="39" name="Google Shape;39;p7"/>
          <p:cNvSpPr>
            <a:spLocks noGrp="1"/>
          </p:cNvSpPr>
          <p:nvPr>
            <p:ph type="pic" idx="2"/>
          </p:nvPr>
        </p:nvSpPr>
        <p:spPr>
          <a:xfrm>
            <a:off x="8149996" y="-40333"/>
            <a:ext cx="4056400" cy="6952000"/>
          </a:xfrm>
          <a:prstGeom prst="rect">
            <a:avLst/>
          </a:prstGeom>
          <a:noFill/>
          <a:ln>
            <a:noFill/>
          </a:ln>
        </p:spPr>
      </p:sp>
      <p:pic>
        <p:nvPicPr>
          <p:cNvPr id="40" name="Google Shape;40;p7"/>
          <p:cNvPicPr preferRelativeResize="0"/>
          <p:nvPr/>
        </p:nvPicPr>
        <p:blipFill rotWithShape="1">
          <a:blip r:embed="rId2">
            <a:alphaModFix/>
          </a:blip>
          <a:srcRect r="31328" b="56278"/>
          <a:stretch/>
        </p:blipFill>
        <p:spPr>
          <a:xfrm>
            <a:off x="-899166" y="5842000"/>
            <a:ext cx="9049167" cy="1069667"/>
          </a:xfrm>
          <a:prstGeom prst="rect">
            <a:avLst/>
          </a:prstGeom>
          <a:noFill/>
          <a:ln>
            <a:noFill/>
          </a:ln>
        </p:spPr>
      </p:pic>
    </p:spTree>
    <p:extLst>
      <p:ext uri="{BB962C8B-B14F-4D97-AF65-F5344CB8AC3E}">
        <p14:creationId xmlns:p14="http://schemas.microsoft.com/office/powerpoint/2010/main" val="13760667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36"/>
        <p:cNvGrpSpPr/>
        <p:nvPr/>
      </p:nvGrpSpPr>
      <p:grpSpPr>
        <a:xfrm>
          <a:off x="0" y="0"/>
          <a:ext cx="0" cy="0"/>
          <a:chOff x="0" y="0"/>
          <a:chExt cx="0" cy="0"/>
        </a:xfrm>
      </p:grpSpPr>
      <p:grpSp>
        <p:nvGrpSpPr>
          <p:cNvPr id="137" name="Google Shape;137;p23"/>
          <p:cNvGrpSpPr/>
          <p:nvPr/>
        </p:nvGrpSpPr>
        <p:grpSpPr>
          <a:xfrm>
            <a:off x="-127000" y="-36933"/>
            <a:ext cx="12445999" cy="7021933"/>
            <a:chOff x="-95250" y="-27700"/>
            <a:chExt cx="9334499" cy="5266450"/>
          </a:xfrm>
        </p:grpSpPr>
        <p:pic>
          <p:nvPicPr>
            <p:cNvPr id="138" name="Google Shape;138;p23"/>
            <p:cNvPicPr preferRelativeResize="0"/>
            <p:nvPr/>
          </p:nvPicPr>
          <p:blipFill rotWithShape="1">
            <a:blip r:embed="rId2">
              <a:alphaModFix/>
            </a:blip>
            <a:srcRect l="4168" t="873" r="17467" b="45215"/>
            <a:stretch/>
          </p:blipFill>
          <p:spPr>
            <a:xfrm>
              <a:off x="-95250" y="4057700"/>
              <a:ext cx="7165275" cy="1181050"/>
            </a:xfrm>
            <a:prstGeom prst="rect">
              <a:avLst/>
            </a:prstGeom>
            <a:noFill/>
            <a:ln>
              <a:noFill/>
            </a:ln>
          </p:spPr>
        </p:pic>
        <p:pic>
          <p:nvPicPr>
            <p:cNvPr id="139" name="Google Shape;139;p23"/>
            <p:cNvPicPr preferRelativeResize="0"/>
            <p:nvPr/>
          </p:nvPicPr>
          <p:blipFill rotWithShape="1">
            <a:blip r:embed="rId3">
              <a:alphaModFix/>
            </a:blip>
            <a:srcRect t="68848" r="54767"/>
            <a:stretch/>
          </p:blipFill>
          <p:spPr>
            <a:xfrm>
              <a:off x="5671950" y="-27700"/>
              <a:ext cx="3567299" cy="896100"/>
            </a:xfrm>
            <a:prstGeom prst="rect">
              <a:avLst/>
            </a:prstGeom>
            <a:noFill/>
            <a:ln>
              <a:noFill/>
            </a:ln>
          </p:spPr>
        </p:pic>
      </p:grpSp>
      <p:sp>
        <p:nvSpPr>
          <p:cNvPr id="140" name="Google Shape;140;p2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41" name="Google Shape;141;p23"/>
          <p:cNvSpPr txBox="1">
            <a:spLocks noGrp="1"/>
          </p:cNvSpPr>
          <p:nvPr>
            <p:ph type="subTitle" idx="1"/>
          </p:nvPr>
        </p:nvSpPr>
        <p:spPr>
          <a:xfrm>
            <a:off x="950967" y="4137801"/>
            <a:ext cx="3044800" cy="1194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2" name="Google Shape;142;p23"/>
          <p:cNvSpPr txBox="1">
            <a:spLocks noGrp="1"/>
          </p:cNvSpPr>
          <p:nvPr>
            <p:ph type="subTitle" idx="2"/>
          </p:nvPr>
        </p:nvSpPr>
        <p:spPr>
          <a:xfrm>
            <a:off x="4573597" y="4137801"/>
            <a:ext cx="3044800" cy="1194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3" name="Google Shape;143;p23"/>
          <p:cNvSpPr txBox="1">
            <a:spLocks noGrp="1"/>
          </p:cNvSpPr>
          <p:nvPr>
            <p:ph type="subTitle" idx="3"/>
          </p:nvPr>
        </p:nvSpPr>
        <p:spPr>
          <a:xfrm>
            <a:off x="8187200" y="4137801"/>
            <a:ext cx="3044800" cy="1194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4" name="Google Shape;144;p23"/>
          <p:cNvSpPr txBox="1">
            <a:spLocks noGrp="1"/>
          </p:cNvSpPr>
          <p:nvPr>
            <p:ph type="subTitle" idx="4"/>
          </p:nvPr>
        </p:nvSpPr>
        <p:spPr>
          <a:xfrm>
            <a:off x="950967" y="3651133"/>
            <a:ext cx="30448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800">
                <a:solidFill>
                  <a:schemeClr val="dk1"/>
                </a:solidFill>
                <a:latin typeface="Questrial"/>
                <a:ea typeface="Questrial"/>
                <a:cs typeface="Questrial"/>
                <a:sym typeface="Questrial"/>
              </a:defRPr>
            </a:lvl1pPr>
            <a:lvl2pPr lvl="1" algn="ctr" rtl="0">
              <a:lnSpc>
                <a:spcPct val="100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3200" b="1">
                <a:latin typeface="DM Sans"/>
                <a:ea typeface="DM Sans"/>
                <a:cs typeface="DM Sans"/>
                <a:sym typeface="DM Sans"/>
              </a:defRPr>
            </a:lvl9pPr>
          </a:lstStyle>
          <a:p>
            <a:endParaRPr/>
          </a:p>
        </p:txBody>
      </p:sp>
      <p:sp>
        <p:nvSpPr>
          <p:cNvPr id="145" name="Google Shape;145;p23"/>
          <p:cNvSpPr txBox="1">
            <a:spLocks noGrp="1"/>
          </p:cNvSpPr>
          <p:nvPr>
            <p:ph type="subTitle" idx="5"/>
          </p:nvPr>
        </p:nvSpPr>
        <p:spPr>
          <a:xfrm>
            <a:off x="4573819" y="3651133"/>
            <a:ext cx="30448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800">
                <a:solidFill>
                  <a:schemeClr val="dk1"/>
                </a:solidFill>
                <a:latin typeface="Questrial"/>
                <a:ea typeface="Questrial"/>
                <a:cs typeface="Questrial"/>
                <a:sym typeface="Questrial"/>
              </a:defRPr>
            </a:lvl1pPr>
            <a:lvl2pPr lvl="1" algn="ctr" rtl="0">
              <a:lnSpc>
                <a:spcPct val="100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3200" b="1">
                <a:latin typeface="DM Sans"/>
                <a:ea typeface="DM Sans"/>
                <a:cs typeface="DM Sans"/>
                <a:sym typeface="DM Sans"/>
              </a:defRPr>
            </a:lvl9pPr>
          </a:lstStyle>
          <a:p>
            <a:endParaRPr/>
          </a:p>
        </p:txBody>
      </p:sp>
      <p:sp>
        <p:nvSpPr>
          <p:cNvPr id="146" name="Google Shape;146;p23"/>
          <p:cNvSpPr txBox="1">
            <a:spLocks noGrp="1"/>
          </p:cNvSpPr>
          <p:nvPr>
            <p:ph type="subTitle" idx="6"/>
          </p:nvPr>
        </p:nvSpPr>
        <p:spPr>
          <a:xfrm>
            <a:off x="8187200" y="3651133"/>
            <a:ext cx="30448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800">
                <a:solidFill>
                  <a:schemeClr val="dk1"/>
                </a:solidFill>
                <a:latin typeface="Questrial"/>
                <a:ea typeface="Questrial"/>
                <a:cs typeface="Questrial"/>
                <a:sym typeface="Questrial"/>
              </a:defRPr>
            </a:lvl1pPr>
            <a:lvl2pPr lvl="1" algn="ctr" rtl="0">
              <a:lnSpc>
                <a:spcPct val="100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3200" b="1">
                <a:latin typeface="DM Sans"/>
                <a:ea typeface="DM Sans"/>
                <a:cs typeface="DM Sans"/>
                <a:sym typeface="DM Sans"/>
              </a:defRPr>
            </a:lvl9pPr>
          </a:lstStyle>
          <a:p>
            <a:endParaRPr/>
          </a:p>
        </p:txBody>
      </p:sp>
    </p:spTree>
    <p:extLst>
      <p:ext uri="{BB962C8B-B14F-4D97-AF65-F5344CB8AC3E}">
        <p14:creationId xmlns:p14="http://schemas.microsoft.com/office/powerpoint/2010/main" val="14935509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89"/>
        <p:cNvGrpSpPr/>
        <p:nvPr/>
      </p:nvGrpSpPr>
      <p:grpSpPr>
        <a:xfrm>
          <a:off x="0" y="0"/>
          <a:ext cx="0" cy="0"/>
          <a:chOff x="0" y="0"/>
          <a:chExt cx="0" cy="0"/>
        </a:xfrm>
      </p:grpSpPr>
      <p:grpSp>
        <p:nvGrpSpPr>
          <p:cNvPr id="90" name="Google Shape;90;p16"/>
          <p:cNvGrpSpPr/>
          <p:nvPr/>
        </p:nvGrpSpPr>
        <p:grpSpPr>
          <a:xfrm>
            <a:off x="-228600" y="-161600"/>
            <a:ext cx="12866000" cy="7197400"/>
            <a:chOff x="-171450" y="-121200"/>
            <a:chExt cx="9649500" cy="5398050"/>
          </a:xfrm>
        </p:grpSpPr>
        <p:pic>
          <p:nvPicPr>
            <p:cNvPr id="91" name="Google Shape;91;p16"/>
            <p:cNvPicPr preferRelativeResize="0"/>
            <p:nvPr/>
          </p:nvPicPr>
          <p:blipFill rotWithShape="1">
            <a:blip r:embed="rId2">
              <a:alphaModFix/>
            </a:blip>
            <a:srcRect l="10128" r="35001" b="52455"/>
            <a:stretch/>
          </p:blipFill>
          <p:spPr>
            <a:xfrm flipH="1">
              <a:off x="-171450" y="3756725"/>
              <a:ext cx="9448800" cy="1520125"/>
            </a:xfrm>
            <a:prstGeom prst="rect">
              <a:avLst/>
            </a:prstGeom>
            <a:noFill/>
            <a:ln>
              <a:noFill/>
            </a:ln>
          </p:spPr>
        </p:pic>
        <p:pic>
          <p:nvPicPr>
            <p:cNvPr id="92" name="Google Shape;92;p16"/>
            <p:cNvPicPr preferRelativeResize="0"/>
            <p:nvPr/>
          </p:nvPicPr>
          <p:blipFill rotWithShape="1">
            <a:blip r:embed="rId3">
              <a:alphaModFix/>
            </a:blip>
            <a:srcRect t="54726" b="10380"/>
            <a:stretch/>
          </p:blipFill>
          <p:spPr>
            <a:xfrm>
              <a:off x="6534150" y="-121200"/>
              <a:ext cx="2943900" cy="1051500"/>
            </a:xfrm>
            <a:prstGeom prst="rect">
              <a:avLst/>
            </a:prstGeom>
            <a:noFill/>
            <a:ln>
              <a:noFill/>
            </a:ln>
          </p:spPr>
        </p:pic>
      </p:grpSp>
      <p:sp>
        <p:nvSpPr>
          <p:cNvPr id="93" name="Google Shape;93;p16"/>
          <p:cNvSpPr txBox="1">
            <a:spLocks noGrp="1"/>
          </p:cNvSpPr>
          <p:nvPr>
            <p:ph type="title"/>
          </p:nvPr>
        </p:nvSpPr>
        <p:spPr>
          <a:xfrm>
            <a:off x="960000" y="1939717"/>
            <a:ext cx="3951200" cy="1402000"/>
          </a:xfrm>
          <a:prstGeom prst="rect">
            <a:avLst/>
          </a:prstGeom>
        </p:spPr>
        <p:txBody>
          <a:bodyPr spcFirstLastPara="1" wrap="square" lIns="91425" tIns="91425" rIns="91425" bIns="91425" anchor="b"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94" name="Google Shape;94;p16"/>
          <p:cNvSpPr txBox="1">
            <a:spLocks noGrp="1"/>
          </p:cNvSpPr>
          <p:nvPr>
            <p:ph type="subTitle" idx="1"/>
          </p:nvPr>
        </p:nvSpPr>
        <p:spPr>
          <a:xfrm>
            <a:off x="960000" y="3341484"/>
            <a:ext cx="3951200" cy="1576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1311689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77"/>
        <p:cNvGrpSpPr/>
        <p:nvPr/>
      </p:nvGrpSpPr>
      <p:grpSpPr>
        <a:xfrm>
          <a:off x="0" y="0"/>
          <a:ext cx="0" cy="0"/>
          <a:chOff x="0" y="0"/>
          <a:chExt cx="0" cy="0"/>
        </a:xfrm>
      </p:grpSpPr>
      <p:grpSp>
        <p:nvGrpSpPr>
          <p:cNvPr id="178" name="Google Shape;178;p26"/>
          <p:cNvGrpSpPr/>
          <p:nvPr/>
        </p:nvGrpSpPr>
        <p:grpSpPr>
          <a:xfrm>
            <a:off x="-609600" y="-228599"/>
            <a:ext cx="12880099" cy="7212865"/>
            <a:chOff x="-457200" y="-171450"/>
            <a:chExt cx="9660074" cy="5409649"/>
          </a:xfrm>
        </p:grpSpPr>
        <p:pic>
          <p:nvPicPr>
            <p:cNvPr id="179" name="Google Shape;179;p26"/>
            <p:cNvPicPr preferRelativeResize="0"/>
            <p:nvPr/>
          </p:nvPicPr>
          <p:blipFill rotWithShape="1">
            <a:blip r:embed="rId2">
              <a:alphaModFix/>
            </a:blip>
            <a:srcRect t="41540" r="58221"/>
            <a:stretch/>
          </p:blipFill>
          <p:spPr>
            <a:xfrm>
              <a:off x="7022175" y="-95250"/>
              <a:ext cx="2180699" cy="1112975"/>
            </a:xfrm>
            <a:prstGeom prst="rect">
              <a:avLst/>
            </a:prstGeom>
            <a:noFill/>
            <a:ln>
              <a:noFill/>
            </a:ln>
          </p:spPr>
        </p:pic>
        <p:pic>
          <p:nvPicPr>
            <p:cNvPr id="180" name="Google Shape;180;p26"/>
            <p:cNvPicPr preferRelativeResize="0"/>
            <p:nvPr/>
          </p:nvPicPr>
          <p:blipFill rotWithShape="1">
            <a:blip r:embed="rId2">
              <a:alphaModFix/>
            </a:blip>
            <a:srcRect l="63001"/>
            <a:stretch/>
          </p:blipFill>
          <p:spPr>
            <a:xfrm>
              <a:off x="-114300" y="3334400"/>
              <a:ext cx="1931250" cy="1903800"/>
            </a:xfrm>
            <a:prstGeom prst="rect">
              <a:avLst/>
            </a:prstGeom>
            <a:noFill/>
            <a:ln>
              <a:noFill/>
            </a:ln>
          </p:spPr>
        </p:pic>
        <p:pic>
          <p:nvPicPr>
            <p:cNvPr id="181" name="Google Shape;181;p26"/>
            <p:cNvPicPr preferRelativeResize="0"/>
            <p:nvPr/>
          </p:nvPicPr>
          <p:blipFill rotWithShape="1">
            <a:blip r:embed="rId3">
              <a:alphaModFix/>
            </a:blip>
            <a:srcRect t="31058" r="67916" b="31548"/>
            <a:stretch/>
          </p:blipFill>
          <p:spPr>
            <a:xfrm rot="10800000" flipH="1">
              <a:off x="-457200" y="-171450"/>
              <a:ext cx="2933698" cy="819150"/>
            </a:xfrm>
            <a:prstGeom prst="rect">
              <a:avLst/>
            </a:prstGeom>
            <a:noFill/>
            <a:ln>
              <a:noFill/>
            </a:ln>
          </p:spPr>
        </p:pic>
      </p:grpSp>
      <p:sp>
        <p:nvSpPr>
          <p:cNvPr id="182" name="Google Shape;182;p2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Tree>
    <p:extLst>
      <p:ext uri="{BB962C8B-B14F-4D97-AF65-F5344CB8AC3E}">
        <p14:creationId xmlns:p14="http://schemas.microsoft.com/office/powerpoint/2010/main" val="29292866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60"/>
        <p:cNvGrpSpPr/>
        <p:nvPr/>
      </p:nvGrpSpPr>
      <p:grpSpPr>
        <a:xfrm>
          <a:off x="0" y="0"/>
          <a:ext cx="0" cy="0"/>
          <a:chOff x="0" y="0"/>
          <a:chExt cx="0" cy="0"/>
        </a:xfrm>
      </p:grpSpPr>
      <p:grpSp>
        <p:nvGrpSpPr>
          <p:cNvPr id="161" name="Google Shape;161;p25"/>
          <p:cNvGrpSpPr/>
          <p:nvPr/>
        </p:nvGrpSpPr>
        <p:grpSpPr>
          <a:xfrm>
            <a:off x="-152399" y="-127000"/>
            <a:ext cx="12520668" cy="7061200"/>
            <a:chOff x="-114300" y="-95250"/>
            <a:chExt cx="9390501" cy="5295900"/>
          </a:xfrm>
        </p:grpSpPr>
        <p:pic>
          <p:nvPicPr>
            <p:cNvPr id="162" name="Google Shape;162;p25"/>
            <p:cNvPicPr preferRelativeResize="0"/>
            <p:nvPr/>
          </p:nvPicPr>
          <p:blipFill rotWithShape="1">
            <a:blip r:embed="rId2">
              <a:alphaModFix/>
            </a:blip>
            <a:srcRect l="23283" b="3716"/>
            <a:stretch/>
          </p:blipFill>
          <p:spPr>
            <a:xfrm rot="10800000">
              <a:off x="6267450" y="-95250"/>
              <a:ext cx="3008751" cy="4328875"/>
            </a:xfrm>
            <a:prstGeom prst="rect">
              <a:avLst/>
            </a:prstGeom>
            <a:noFill/>
            <a:ln>
              <a:noFill/>
            </a:ln>
          </p:spPr>
        </p:pic>
        <p:pic>
          <p:nvPicPr>
            <p:cNvPr id="163" name="Google Shape;163;p25"/>
            <p:cNvPicPr preferRelativeResize="0"/>
            <p:nvPr/>
          </p:nvPicPr>
          <p:blipFill rotWithShape="1">
            <a:blip r:embed="rId3">
              <a:alphaModFix/>
            </a:blip>
            <a:srcRect l="21414" t="39417" r="37818" b="10381"/>
            <a:stretch/>
          </p:blipFill>
          <p:spPr>
            <a:xfrm rot="-5400000" flipH="1">
              <a:off x="42037" y="3844163"/>
              <a:ext cx="1200150" cy="1512825"/>
            </a:xfrm>
            <a:prstGeom prst="rect">
              <a:avLst/>
            </a:prstGeom>
            <a:noFill/>
            <a:ln>
              <a:noFill/>
            </a:ln>
          </p:spPr>
        </p:pic>
      </p:grpSp>
      <p:sp>
        <p:nvSpPr>
          <p:cNvPr id="164" name="Google Shape;164;p2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65" name="Google Shape;165;p25"/>
          <p:cNvSpPr txBox="1">
            <a:spLocks noGrp="1"/>
          </p:cNvSpPr>
          <p:nvPr>
            <p:ph type="subTitle" idx="1"/>
          </p:nvPr>
        </p:nvSpPr>
        <p:spPr>
          <a:xfrm>
            <a:off x="1053033" y="2620100"/>
            <a:ext cx="2898800" cy="88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6" name="Google Shape;166;p25"/>
          <p:cNvSpPr txBox="1">
            <a:spLocks noGrp="1"/>
          </p:cNvSpPr>
          <p:nvPr>
            <p:ph type="subTitle" idx="2"/>
          </p:nvPr>
        </p:nvSpPr>
        <p:spPr>
          <a:xfrm>
            <a:off x="4645200" y="2620100"/>
            <a:ext cx="2901600" cy="88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7" name="Google Shape;167;p25"/>
          <p:cNvSpPr txBox="1">
            <a:spLocks noGrp="1"/>
          </p:cNvSpPr>
          <p:nvPr>
            <p:ph type="subTitle" idx="3"/>
          </p:nvPr>
        </p:nvSpPr>
        <p:spPr>
          <a:xfrm>
            <a:off x="1053033" y="4691367"/>
            <a:ext cx="2898800" cy="88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8" name="Google Shape;168;p25"/>
          <p:cNvSpPr txBox="1">
            <a:spLocks noGrp="1"/>
          </p:cNvSpPr>
          <p:nvPr>
            <p:ph type="subTitle" idx="4"/>
          </p:nvPr>
        </p:nvSpPr>
        <p:spPr>
          <a:xfrm>
            <a:off x="4645200" y="4691367"/>
            <a:ext cx="2901600" cy="88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9" name="Google Shape;169;p25"/>
          <p:cNvSpPr txBox="1">
            <a:spLocks noGrp="1"/>
          </p:cNvSpPr>
          <p:nvPr>
            <p:ph type="subTitle" idx="5"/>
          </p:nvPr>
        </p:nvSpPr>
        <p:spPr>
          <a:xfrm>
            <a:off x="8240167" y="2620100"/>
            <a:ext cx="2904000" cy="88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0" name="Google Shape;170;p25"/>
          <p:cNvSpPr txBox="1">
            <a:spLocks noGrp="1"/>
          </p:cNvSpPr>
          <p:nvPr>
            <p:ph type="subTitle" idx="6"/>
          </p:nvPr>
        </p:nvSpPr>
        <p:spPr>
          <a:xfrm>
            <a:off x="8240167" y="4691367"/>
            <a:ext cx="2904000" cy="88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1" name="Google Shape;171;p25"/>
          <p:cNvSpPr txBox="1">
            <a:spLocks noGrp="1"/>
          </p:cNvSpPr>
          <p:nvPr>
            <p:ph type="subTitle" idx="7"/>
          </p:nvPr>
        </p:nvSpPr>
        <p:spPr>
          <a:xfrm>
            <a:off x="1053033" y="2133433"/>
            <a:ext cx="28960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800">
                <a:solidFill>
                  <a:schemeClr val="dk1"/>
                </a:solidFill>
                <a:latin typeface="Questrial"/>
                <a:ea typeface="Questrial"/>
                <a:cs typeface="Questrial"/>
                <a:sym typeface="Questrial"/>
              </a:defRPr>
            </a:lvl1pPr>
            <a:lvl2pPr lvl="1" algn="ctr" rtl="0">
              <a:lnSpc>
                <a:spcPct val="100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3200" b="1">
                <a:latin typeface="DM Sans"/>
                <a:ea typeface="DM Sans"/>
                <a:cs typeface="DM Sans"/>
                <a:sym typeface="DM Sans"/>
              </a:defRPr>
            </a:lvl9pPr>
          </a:lstStyle>
          <a:p>
            <a:endParaRPr/>
          </a:p>
        </p:txBody>
      </p:sp>
      <p:sp>
        <p:nvSpPr>
          <p:cNvPr id="172" name="Google Shape;172;p25"/>
          <p:cNvSpPr txBox="1">
            <a:spLocks noGrp="1"/>
          </p:cNvSpPr>
          <p:nvPr>
            <p:ph type="subTitle" idx="8"/>
          </p:nvPr>
        </p:nvSpPr>
        <p:spPr>
          <a:xfrm>
            <a:off x="4645200" y="2133433"/>
            <a:ext cx="28988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800">
                <a:solidFill>
                  <a:schemeClr val="dk1"/>
                </a:solidFill>
                <a:latin typeface="Questrial"/>
                <a:ea typeface="Questrial"/>
                <a:cs typeface="Questrial"/>
                <a:sym typeface="Questrial"/>
              </a:defRPr>
            </a:lvl1pPr>
            <a:lvl2pPr lvl="1" algn="ctr" rtl="0">
              <a:lnSpc>
                <a:spcPct val="100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3200" b="1">
                <a:latin typeface="DM Sans"/>
                <a:ea typeface="DM Sans"/>
                <a:cs typeface="DM Sans"/>
                <a:sym typeface="DM Sans"/>
              </a:defRPr>
            </a:lvl9pPr>
          </a:lstStyle>
          <a:p>
            <a:endParaRPr/>
          </a:p>
        </p:txBody>
      </p:sp>
      <p:sp>
        <p:nvSpPr>
          <p:cNvPr id="173" name="Google Shape;173;p25"/>
          <p:cNvSpPr txBox="1">
            <a:spLocks noGrp="1"/>
          </p:cNvSpPr>
          <p:nvPr>
            <p:ph type="subTitle" idx="9"/>
          </p:nvPr>
        </p:nvSpPr>
        <p:spPr>
          <a:xfrm>
            <a:off x="8240167" y="2133433"/>
            <a:ext cx="29016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800">
                <a:solidFill>
                  <a:schemeClr val="dk1"/>
                </a:solidFill>
                <a:latin typeface="Questrial"/>
                <a:ea typeface="Questrial"/>
                <a:cs typeface="Questrial"/>
                <a:sym typeface="Questrial"/>
              </a:defRPr>
            </a:lvl1pPr>
            <a:lvl2pPr lvl="1" algn="ctr" rtl="0">
              <a:lnSpc>
                <a:spcPct val="100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3200" b="1">
                <a:latin typeface="DM Sans"/>
                <a:ea typeface="DM Sans"/>
                <a:cs typeface="DM Sans"/>
                <a:sym typeface="DM Sans"/>
              </a:defRPr>
            </a:lvl9pPr>
          </a:lstStyle>
          <a:p>
            <a:endParaRPr/>
          </a:p>
        </p:txBody>
      </p:sp>
      <p:sp>
        <p:nvSpPr>
          <p:cNvPr id="174" name="Google Shape;174;p25"/>
          <p:cNvSpPr txBox="1">
            <a:spLocks noGrp="1"/>
          </p:cNvSpPr>
          <p:nvPr>
            <p:ph type="subTitle" idx="13"/>
          </p:nvPr>
        </p:nvSpPr>
        <p:spPr>
          <a:xfrm>
            <a:off x="1053033" y="4204700"/>
            <a:ext cx="28960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800">
                <a:solidFill>
                  <a:schemeClr val="dk1"/>
                </a:solidFill>
                <a:latin typeface="Questrial"/>
                <a:ea typeface="Questrial"/>
                <a:cs typeface="Questrial"/>
                <a:sym typeface="Questrial"/>
              </a:defRPr>
            </a:lvl1pPr>
            <a:lvl2pPr lvl="1" algn="ctr" rtl="0">
              <a:lnSpc>
                <a:spcPct val="100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3200" b="1">
                <a:latin typeface="DM Sans"/>
                <a:ea typeface="DM Sans"/>
                <a:cs typeface="DM Sans"/>
                <a:sym typeface="DM Sans"/>
              </a:defRPr>
            </a:lvl9pPr>
          </a:lstStyle>
          <a:p>
            <a:endParaRPr/>
          </a:p>
        </p:txBody>
      </p:sp>
      <p:sp>
        <p:nvSpPr>
          <p:cNvPr id="175" name="Google Shape;175;p25"/>
          <p:cNvSpPr txBox="1">
            <a:spLocks noGrp="1"/>
          </p:cNvSpPr>
          <p:nvPr>
            <p:ph type="subTitle" idx="14"/>
          </p:nvPr>
        </p:nvSpPr>
        <p:spPr>
          <a:xfrm>
            <a:off x="4645200" y="4204700"/>
            <a:ext cx="28988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800">
                <a:solidFill>
                  <a:schemeClr val="dk1"/>
                </a:solidFill>
                <a:latin typeface="Questrial"/>
                <a:ea typeface="Questrial"/>
                <a:cs typeface="Questrial"/>
                <a:sym typeface="Questrial"/>
              </a:defRPr>
            </a:lvl1pPr>
            <a:lvl2pPr lvl="1" algn="ctr" rtl="0">
              <a:lnSpc>
                <a:spcPct val="100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3200" b="1">
                <a:latin typeface="DM Sans"/>
                <a:ea typeface="DM Sans"/>
                <a:cs typeface="DM Sans"/>
                <a:sym typeface="DM Sans"/>
              </a:defRPr>
            </a:lvl9pPr>
          </a:lstStyle>
          <a:p>
            <a:endParaRPr/>
          </a:p>
        </p:txBody>
      </p:sp>
      <p:sp>
        <p:nvSpPr>
          <p:cNvPr id="176" name="Google Shape;176;p25"/>
          <p:cNvSpPr txBox="1">
            <a:spLocks noGrp="1"/>
          </p:cNvSpPr>
          <p:nvPr>
            <p:ph type="subTitle" idx="15"/>
          </p:nvPr>
        </p:nvSpPr>
        <p:spPr>
          <a:xfrm>
            <a:off x="8240167" y="4204700"/>
            <a:ext cx="29016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800">
                <a:solidFill>
                  <a:schemeClr val="dk1"/>
                </a:solidFill>
                <a:latin typeface="Questrial"/>
                <a:ea typeface="Questrial"/>
                <a:cs typeface="Questrial"/>
                <a:sym typeface="Questrial"/>
              </a:defRPr>
            </a:lvl1pPr>
            <a:lvl2pPr lvl="1" algn="ctr" rtl="0">
              <a:lnSpc>
                <a:spcPct val="100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3200" b="1">
                <a:latin typeface="DM Sans"/>
                <a:ea typeface="DM Sans"/>
                <a:cs typeface="DM Sans"/>
                <a:sym typeface="DM Sans"/>
              </a:defRPr>
            </a:lvl9pPr>
          </a:lstStyle>
          <a:p>
            <a:endParaRPr/>
          </a:p>
        </p:txBody>
      </p:sp>
    </p:spTree>
    <p:extLst>
      <p:ext uri="{BB962C8B-B14F-4D97-AF65-F5344CB8AC3E}">
        <p14:creationId xmlns:p14="http://schemas.microsoft.com/office/powerpoint/2010/main" val="1547509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extLst>
              <a:ext uri="{BEBA8EAE-BF5A-486C-A8C5-ECC9F3942E4B}">
                <a14:imgProps xmlns:a14="http://schemas.microsoft.com/office/drawing/2010/main">
                  <a14:imgLayer r:embed="rId19">
                    <a14:imgEffect>
                      <a14:sharpenSoften amount="1000"/>
                    </a14:imgEffect>
                    <a14:imgEffect>
                      <a14:colorTemperature colorTemp="6100"/>
                    </a14:imgEffect>
                    <a14:imgEffect>
                      <a14:brightnessContrast bright="1000" contrast="22000"/>
                    </a14:imgEffect>
                  </a14:imgLayer>
                </a14:imgProps>
              </a:ext>
            </a:extLst>
          </a:blip>
          <a:srcRect/>
          <a:stretch>
            <a:fillRect t="-39000" b="-3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6836CB-F449-4FDE-865A-536F143B76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A801C6-C3FF-44A5-81D4-91E6FD670C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49D855-273F-4864-8254-278CD93103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3A872A-F892-4AAB-A461-439E46E2A838}" type="datetimeFigureOut">
              <a:rPr lang="en-IN" smtClean="0"/>
              <a:t>23-11-2025</a:t>
            </a:fld>
            <a:endParaRPr lang="en-IN"/>
          </a:p>
        </p:txBody>
      </p:sp>
      <p:sp>
        <p:nvSpPr>
          <p:cNvPr id="5" name="Footer Placeholder 4">
            <a:extLst>
              <a:ext uri="{FF2B5EF4-FFF2-40B4-BE49-F238E27FC236}">
                <a16:creationId xmlns:a16="http://schemas.microsoft.com/office/drawing/2014/main" id="{4460163B-79C0-4A0C-AD7D-DB990EC8BC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E82F692-39AD-4B2A-9C3F-8A3EE8C012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2A4776-E3C2-4E1E-A3E6-84231F4F21AF}" type="slidenum">
              <a:rPr lang="en-IN" smtClean="0"/>
              <a:t>‹#›</a:t>
            </a:fld>
            <a:endParaRPr lang="en-IN"/>
          </a:p>
        </p:txBody>
      </p:sp>
    </p:spTree>
    <p:extLst>
      <p:ext uri="{BB962C8B-B14F-4D97-AF65-F5344CB8AC3E}">
        <p14:creationId xmlns:p14="http://schemas.microsoft.com/office/powerpoint/2010/main" val="15892257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github.com/Syam-23017690/Predicting-Risk-of-Smoking-Alcohol-and-Drug-Use-Among-Adolescents"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3.wdp"/></Relationships>
</file>

<file path=ppt/slides/_rels/slide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microsoft.com/office/2007/relationships/hdphoto" Target="../media/hdphoto5.wdp"/></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15.png"/><Relationship Id="rId5" Type="http://schemas.openxmlformats.org/officeDocument/2006/relationships/image" Target="../media/image14.png"/><Relationship Id="rId4" Type="http://schemas.microsoft.com/office/2007/relationships/hdphoto" Target="../media/hdphoto6.wdp"/></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18.png"/><Relationship Id="rId5" Type="http://schemas.openxmlformats.org/officeDocument/2006/relationships/image" Target="../media/image17.png"/><Relationship Id="rId4" Type="http://schemas.microsoft.com/office/2007/relationships/hdphoto" Target="../media/hdphoto6.wdp"/></Relationships>
</file>

<file path=ppt/slides/_rels/slide8.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9.png"/><Relationship Id="rId1" Type="http://schemas.openxmlformats.org/officeDocument/2006/relationships/slideLayout" Target="../slideLayouts/slideLayout14.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image" Target="../media/image24.svg"/><Relationship Id="rId5" Type="http://schemas.openxmlformats.org/officeDocument/2006/relationships/image" Target="../media/image23.png"/><Relationship Id="rId4" Type="http://schemas.microsoft.com/office/2007/relationships/hdphoto" Target="../media/hdphoto7.wdp"/></Relationships>
</file>

<file path=ppt/slides/_rels/slide10.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27.png"/><Relationship Id="rId1" Type="http://schemas.openxmlformats.org/officeDocument/2006/relationships/slideLayout" Target="../slideLayouts/slideLayout15.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30.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32.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80BE3-1C91-4D23-8599-9D08D3B66051}"/>
              </a:ext>
            </a:extLst>
          </p:cNvPr>
          <p:cNvSpPr>
            <a:spLocks noGrp="1"/>
          </p:cNvSpPr>
          <p:nvPr>
            <p:ph type="ctrTitle"/>
          </p:nvPr>
        </p:nvSpPr>
        <p:spPr>
          <a:xfrm>
            <a:off x="294640" y="2171859"/>
            <a:ext cx="9144000" cy="1417002"/>
          </a:xfrm>
        </p:spPr>
        <p:txBody>
          <a:bodyPr>
            <a:noAutofit/>
          </a:bodyPr>
          <a:lstStyle/>
          <a:p>
            <a:pPr algn="l"/>
            <a:r>
              <a:rPr lang="en-US" sz="4000" b="1" dirty="0">
                <a:solidFill>
                  <a:schemeClr val="bg1"/>
                </a:solidFill>
              </a:rPr>
              <a:t>Predicting Risk Of Smoking, Alcohol An</a:t>
            </a:r>
            <a:r>
              <a:rPr lang="en-US" sz="4000" b="1" dirty="0">
                <a:solidFill>
                  <a:schemeClr val="bg1"/>
                </a:solidFill>
                <a:effectLst>
                  <a:outerShdw blurRad="50800" dist="50800" dir="5400000" algn="ctr" rotWithShape="0">
                    <a:srgbClr val="000000">
                      <a:alpha val="39000"/>
                    </a:srgbClr>
                  </a:outerShdw>
                </a:effectLst>
              </a:rPr>
              <a:t>d </a:t>
            </a:r>
            <a:r>
              <a:rPr lang="en-US" sz="4000" b="1" dirty="0">
                <a:solidFill>
                  <a:schemeClr val="bg1"/>
                </a:solidFill>
              </a:rPr>
              <a:t>Drug Use Among Adolescents</a:t>
            </a:r>
            <a:endParaRPr lang="en-IN" sz="4000" b="1" dirty="0">
              <a:solidFill>
                <a:schemeClr val="bg1"/>
              </a:solidFill>
            </a:endParaRPr>
          </a:p>
        </p:txBody>
      </p:sp>
      <p:sp>
        <p:nvSpPr>
          <p:cNvPr id="3" name="Subtitle 2">
            <a:extLst>
              <a:ext uri="{FF2B5EF4-FFF2-40B4-BE49-F238E27FC236}">
                <a16:creationId xmlns:a16="http://schemas.microsoft.com/office/drawing/2014/main" id="{8778A2AD-DA61-4C51-9803-9DFAC01F1407}"/>
              </a:ext>
            </a:extLst>
          </p:cNvPr>
          <p:cNvSpPr>
            <a:spLocks noGrp="1"/>
          </p:cNvSpPr>
          <p:nvPr>
            <p:ph type="subTitle" idx="1"/>
          </p:nvPr>
        </p:nvSpPr>
        <p:spPr>
          <a:xfrm>
            <a:off x="406400" y="3729038"/>
            <a:ext cx="9144000" cy="1417002"/>
          </a:xfrm>
        </p:spPr>
        <p:txBody>
          <a:bodyPr>
            <a:normAutofit fontScale="85000" lnSpcReduction="20000"/>
          </a:bodyPr>
          <a:lstStyle/>
          <a:p>
            <a:pPr algn="l"/>
            <a:r>
              <a:rPr lang="en-IN" dirty="0">
                <a:solidFill>
                  <a:schemeClr val="bg1"/>
                </a:solidFill>
              </a:rPr>
              <a:t>Syam Krishna Sujith Kolapalli</a:t>
            </a:r>
          </a:p>
          <a:p>
            <a:pPr algn="l"/>
            <a:r>
              <a:rPr lang="en-IN" sz="1600" dirty="0" err="1">
                <a:solidFill>
                  <a:schemeClr val="bg1"/>
                </a:solidFill>
              </a:rPr>
              <a:t>Msc</a:t>
            </a:r>
            <a:r>
              <a:rPr lang="en-IN" sz="1600" dirty="0">
                <a:solidFill>
                  <a:schemeClr val="bg1"/>
                </a:solidFill>
              </a:rPr>
              <a:t> </a:t>
            </a:r>
            <a:r>
              <a:rPr lang="en-IN" sz="1600" dirty="0" err="1">
                <a:solidFill>
                  <a:schemeClr val="bg1"/>
                </a:solidFill>
              </a:rPr>
              <a:t>DataScience</a:t>
            </a:r>
            <a:endParaRPr lang="en-IN" sz="1600" dirty="0">
              <a:solidFill>
                <a:schemeClr val="bg1"/>
              </a:solidFill>
            </a:endParaRPr>
          </a:p>
          <a:p>
            <a:pPr algn="l"/>
            <a:r>
              <a:rPr lang="en-IN" sz="1600" dirty="0">
                <a:solidFill>
                  <a:schemeClr val="bg1"/>
                </a:solidFill>
              </a:rPr>
              <a:t>University of Hertfordshire</a:t>
            </a:r>
          </a:p>
          <a:p>
            <a:pPr algn="l"/>
            <a:endParaRPr lang="en-IN" sz="1600" dirty="0">
              <a:solidFill>
                <a:schemeClr val="bg1"/>
              </a:solidFill>
            </a:endParaRPr>
          </a:p>
          <a:p>
            <a:pPr algn="l"/>
            <a:r>
              <a:rPr lang="en-IN" sz="1600" dirty="0">
                <a:solidFill>
                  <a:schemeClr val="bg1"/>
                </a:solidFill>
              </a:rPr>
              <a:t> </a:t>
            </a:r>
          </a:p>
          <a:p>
            <a:pPr algn="l"/>
            <a:endParaRPr lang="en-IN" sz="1600" dirty="0">
              <a:solidFill>
                <a:schemeClr val="bg1"/>
              </a:solidFill>
            </a:endParaRPr>
          </a:p>
        </p:txBody>
      </p:sp>
      <p:pic>
        <p:nvPicPr>
          <p:cNvPr id="15" name="Picture 14">
            <a:hlinkClick r:id="rId2"/>
            <a:extLst>
              <a:ext uri="{FF2B5EF4-FFF2-40B4-BE49-F238E27FC236}">
                <a16:creationId xmlns:a16="http://schemas.microsoft.com/office/drawing/2014/main" id="{7B13F9E6-3E8B-419F-BC4D-2129EB5738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010" y="6295230"/>
            <a:ext cx="1099914" cy="384970"/>
          </a:xfrm>
          <a:prstGeom prst="rect">
            <a:avLst/>
          </a:prstGeom>
        </p:spPr>
      </p:pic>
    </p:spTree>
    <p:extLst>
      <p:ext uri="{BB962C8B-B14F-4D97-AF65-F5344CB8AC3E}">
        <p14:creationId xmlns:p14="http://schemas.microsoft.com/office/powerpoint/2010/main" val="4182334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60000"/>
                    </a14:imgEffect>
                  </a14:imgLayer>
                </a14:imgProps>
              </a:ext>
            </a:extLst>
          </a:blip>
          <a:srcRect/>
          <a:stretch>
            <a:fillRect t="-39000" b="-3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C1E77-723E-494C-90F0-A17C772E16FD}"/>
              </a:ext>
            </a:extLst>
          </p:cNvPr>
          <p:cNvSpPr>
            <a:spLocks noGrp="1"/>
          </p:cNvSpPr>
          <p:nvPr>
            <p:ph type="title"/>
          </p:nvPr>
        </p:nvSpPr>
        <p:spPr/>
        <p:txBody>
          <a:bodyPr/>
          <a:lstStyle/>
          <a:p>
            <a:r>
              <a:rPr lang="en-IN" b="1" u="sng" dirty="0">
                <a:solidFill>
                  <a:schemeClr val="bg1"/>
                </a:solidFill>
              </a:rPr>
              <a:t>Research Question</a:t>
            </a:r>
          </a:p>
        </p:txBody>
      </p:sp>
      <p:sp>
        <p:nvSpPr>
          <p:cNvPr id="3" name="Content Placeholder 2">
            <a:extLst>
              <a:ext uri="{FF2B5EF4-FFF2-40B4-BE49-F238E27FC236}">
                <a16:creationId xmlns:a16="http://schemas.microsoft.com/office/drawing/2014/main" id="{0BA17A36-A2E8-45B7-AB50-437F72435B9B}"/>
              </a:ext>
            </a:extLst>
          </p:cNvPr>
          <p:cNvSpPr>
            <a:spLocks noGrp="1"/>
          </p:cNvSpPr>
          <p:nvPr>
            <p:ph idx="4294967295"/>
          </p:nvPr>
        </p:nvSpPr>
        <p:spPr>
          <a:xfrm>
            <a:off x="276446" y="1549178"/>
            <a:ext cx="10515600" cy="4351338"/>
          </a:xfrm>
          <a:noFill/>
        </p:spPr>
        <p:txBody>
          <a:bodyPr>
            <a:normAutofit/>
          </a:bodyPr>
          <a:lstStyle/>
          <a:p>
            <a:pPr marL="285750" lvl="0" indent="-285750" algn="l" rtl="0">
              <a:spcBef>
                <a:spcPts val="0"/>
              </a:spcBef>
              <a:spcAft>
                <a:spcPts val="0"/>
              </a:spcAft>
              <a:buFont typeface="Arial" panose="020B0604020202020204" pitchFamily="34" charset="0"/>
              <a:buChar char="•"/>
            </a:pPr>
            <a:r>
              <a:rPr lang="en-GB" sz="3200" dirty="0">
                <a:solidFill>
                  <a:schemeClr val="bg1"/>
                </a:solidFill>
              </a:rPr>
              <a:t>What factors influence risky behaviours among adolescents in England</a:t>
            </a:r>
          </a:p>
          <a:p>
            <a:pPr marL="285750" lvl="0" indent="-285750" algn="l" rtl="0">
              <a:spcBef>
                <a:spcPts val="0"/>
              </a:spcBef>
              <a:spcAft>
                <a:spcPts val="0"/>
              </a:spcAft>
              <a:buFont typeface="Arial" panose="020B0604020202020204" pitchFamily="34" charset="0"/>
              <a:buChar char="•"/>
            </a:pPr>
            <a:r>
              <a:rPr lang="en-GB" sz="3200" dirty="0">
                <a:solidFill>
                  <a:schemeClr val="bg1"/>
                </a:solidFill>
              </a:rPr>
              <a:t>How demographic, school, and socioeconomic indicators affect behavioural risks</a:t>
            </a:r>
          </a:p>
          <a:p>
            <a:pPr marL="285750" lvl="0" indent="-285750" algn="l" rtl="0">
              <a:spcBef>
                <a:spcPts val="0"/>
              </a:spcBef>
              <a:spcAft>
                <a:spcPts val="0"/>
              </a:spcAft>
              <a:buFont typeface="Arial" panose="020B0604020202020204" pitchFamily="34" charset="0"/>
              <a:buChar char="•"/>
            </a:pPr>
            <a:r>
              <a:rPr lang="en-GB" sz="3200" dirty="0">
                <a:solidFill>
                  <a:schemeClr val="bg1"/>
                </a:solidFill>
              </a:rPr>
              <a:t>How machine learning models can predict high-risk adolescents</a:t>
            </a:r>
          </a:p>
          <a:p>
            <a:pPr marL="285750" lvl="0" indent="-285750" algn="l" rtl="0">
              <a:spcBef>
                <a:spcPts val="0"/>
              </a:spcBef>
              <a:spcAft>
                <a:spcPts val="0"/>
              </a:spcAft>
              <a:buFont typeface="Arial" panose="020B0604020202020204" pitchFamily="34" charset="0"/>
              <a:buChar char="•"/>
            </a:pPr>
            <a:r>
              <a:rPr lang="en-GB" sz="3200" dirty="0">
                <a:solidFill>
                  <a:schemeClr val="bg1"/>
                </a:solidFill>
              </a:rPr>
              <a:t>How insights from predictions can support early public health interventions</a:t>
            </a:r>
          </a:p>
        </p:txBody>
      </p:sp>
    </p:spTree>
    <p:extLst>
      <p:ext uri="{BB962C8B-B14F-4D97-AF65-F5344CB8AC3E}">
        <p14:creationId xmlns:p14="http://schemas.microsoft.com/office/powerpoint/2010/main" val="244066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BEBA8EAE-BF5A-486C-A8C5-ECC9F3942E4B}">
                <a14:imgProps xmlns:a14="http://schemas.microsoft.com/office/drawing/2010/main">
                  <a14:imgLayer r:embed="rId4">
                    <a14:imgEffect>
                      <a14:sharpenSoften amount="-67000"/>
                    </a14:imgEffect>
                    <a14:imgEffect>
                      <a14:brightnessContrast bright="-21000" contrast="23000"/>
                    </a14:imgEffect>
                  </a14:imgLayer>
                </a14:imgProps>
              </a:ext>
            </a:extLst>
          </a:blip>
          <a:srcRect/>
          <a:tile tx="0" ty="381000" sx="100000" sy="100000" flip="none" algn="tr"/>
        </a:blipFill>
        <a:effectLst/>
      </p:bgPr>
    </p:bg>
    <p:spTree>
      <p:nvGrpSpPr>
        <p:cNvPr id="1" name="Shape 295"/>
        <p:cNvGrpSpPr/>
        <p:nvPr/>
      </p:nvGrpSpPr>
      <p:grpSpPr>
        <a:xfrm>
          <a:off x="0" y="0"/>
          <a:ext cx="0" cy="0"/>
          <a:chOff x="0" y="0"/>
          <a:chExt cx="0" cy="0"/>
        </a:xfrm>
      </p:grpSpPr>
      <p:sp>
        <p:nvSpPr>
          <p:cNvPr id="296" name="Google Shape;296;p43"/>
          <p:cNvSpPr txBox="1">
            <a:spLocks noGrp="1"/>
          </p:cNvSpPr>
          <p:nvPr>
            <p:ph type="ctrTitle"/>
          </p:nvPr>
        </p:nvSpPr>
        <p:spPr>
          <a:xfrm>
            <a:off x="879676" y="312136"/>
            <a:ext cx="9788324" cy="2387600"/>
          </a:xfrm>
          <a:prstGeom prst="rect">
            <a:avLst/>
          </a:prstGeom>
        </p:spPr>
        <p:txBody>
          <a:bodyPr spcFirstLastPara="1" vert="horz" wrap="square" lIns="121900" tIns="121900" rIns="121900" bIns="121900" rtlCol="0" anchor="t" anchorCtr="0">
            <a:noAutofit/>
          </a:bodyPr>
          <a:lstStyle/>
          <a:p>
            <a:r>
              <a:rPr lang="en-GB" sz="4800" b="1" dirty="0">
                <a:solidFill>
                  <a:schemeClr val="bg1"/>
                </a:solidFill>
              </a:rPr>
              <a:t>What Previous Studies Have Found…??</a:t>
            </a:r>
          </a:p>
        </p:txBody>
      </p:sp>
      <p:sp>
        <p:nvSpPr>
          <p:cNvPr id="297" name="Google Shape;297;p43"/>
          <p:cNvSpPr txBox="1">
            <a:spLocks noGrp="1"/>
          </p:cNvSpPr>
          <p:nvPr>
            <p:ph type="subTitle" idx="1"/>
          </p:nvPr>
        </p:nvSpPr>
        <p:spPr>
          <a:xfrm>
            <a:off x="1201838" y="1622767"/>
            <a:ext cx="9466162" cy="3909932"/>
          </a:xfrm>
          <a:prstGeom prst="rect">
            <a:avLst/>
          </a:prstGeom>
        </p:spPr>
        <p:txBody>
          <a:bodyPr spcFirstLastPara="1" vert="horz" wrap="square" lIns="121900" tIns="121900" rIns="121900" bIns="121900" rtlCol="0" anchor="t" anchorCtr="0">
            <a:noAutofit/>
          </a:bodyPr>
          <a:lstStyle/>
          <a:p>
            <a:pPr algn="just">
              <a:buFont typeface="Arial" panose="020B0604020202020204" pitchFamily="34" charset="0"/>
              <a:buChar char="•"/>
            </a:pPr>
            <a:r>
              <a:rPr lang="en-US" sz="2800" dirty="0">
                <a:solidFill>
                  <a:schemeClr val="bg1"/>
                </a:solidFill>
              </a:rPr>
              <a:t>Adolescent substance use influenced by social, family, school, and neighborhood factors</a:t>
            </a:r>
          </a:p>
          <a:p>
            <a:pPr algn="just">
              <a:buFont typeface="Arial" panose="020B0604020202020204" pitchFamily="34" charset="0"/>
              <a:buChar char="•"/>
            </a:pPr>
            <a:r>
              <a:rPr lang="en-US" sz="2800" dirty="0">
                <a:solidFill>
                  <a:schemeClr val="bg1"/>
                </a:solidFill>
              </a:rPr>
              <a:t>Previous research highlights strong links with deprivation, peer behavior, and school engagement</a:t>
            </a:r>
          </a:p>
          <a:p>
            <a:pPr algn="just">
              <a:buFont typeface="Arial" panose="020B0604020202020204" pitchFamily="34" charset="0"/>
              <a:buChar char="•"/>
            </a:pPr>
            <a:r>
              <a:rPr lang="en-US" sz="2800" dirty="0">
                <a:solidFill>
                  <a:schemeClr val="bg1"/>
                </a:solidFill>
              </a:rPr>
              <a:t>Machine learning used in public health for early risk detection and prevention</a:t>
            </a:r>
          </a:p>
          <a:p>
            <a:pPr algn="just">
              <a:buFont typeface="Arial" panose="020B0604020202020204" pitchFamily="34" charset="0"/>
              <a:buChar char="•"/>
            </a:pPr>
            <a:r>
              <a:rPr lang="en-US" sz="2800" dirty="0">
                <a:solidFill>
                  <a:schemeClr val="bg1"/>
                </a:solidFill>
              </a:rPr>
              <a:t>Project builds on earlier studies by combining multiple national datasets and advanced models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extLst>
              <a:ext uri="{BEBA8EAE-BF5A-486C-A8C5-ECC9F3942E4B}">
                <a14:imgProps xmlns:a14="http://schemas.microsoft.com/office/drawing/2010/main">
                  <a14:imgLayer r:embed="rId3">
                    <a14:imgEffect>
                      <a14:sharpenSoften amount="-23000"/>
                    </a14:imgEffect>
                    <a14:imgEffect>
                      <a14:brightnessContrast bright="-40000" contrast="-40000"/>
                    </a14:imgEffect>
                  </a14:imgLayer>
                </a14:imgProps>
              </a:ext>
            </a:extLst>
          </a:blip>
          <a:srcRect/>
          <a:tile tx="0" ty="0" sx="100000" sy="100000" flip="none" algn="b"/>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B98FC1-84BD-4707-B443-A54EB969EB10}"/>
              </a:ext>
            </a:extLst>
          </p:cNvPr>
          <p:cNvSpPr>
            <a:spLocks noGrp="1"/>
          </p:cNvSpPr>
          <p:nvPr>
            <p:ph type="title"/>
          </p:nvPr>
        </p:nvSpPr>
        <p:spPr/>
        <p:txBody>
          <a:bodyPr>
            <a:normAutofit/>
          </a:bodyPr>
          <a:lstStyle/>
          <a:p>
            <a:pPr algn="ctr"/>
            <a:r>
              <a:rPr lang="en-IN" sz="6000" b="1" u="sng" dirty="0">
                <a:solidFill>
                  <a:schemeClr val="bg1"/>
                </a:solidFill>
              </a:rPr>
              <a:t>Dataset Description</a:t>
            </a:r>
          </a:p>
        </p:txBody>
      </p:sp>
      <p:sp>
        <p:nvSpPr>
          <p:cNvPr id="5" name="Content Placeholder 4">
            <a:extLst>
              <a:ext uri="{FF2B5EF4-FFF2-40B4-BE49-F238E27FC236}">
                <a16:creationId xmlns:a16="http://schemas.microsoft.com/office/drawing/2014/main" id="{14A040D0-4F69-4BEA-9D59-419F71CF7B05}"/>
              </a:ext>
            </a:extLst>
          </p:cNvPr>
          <p:cNvSpPr>
            <a:spLocks noGrp="1"/>
          </p:cNvSpPr>
          <p:nvPr>
            <p:ph idx="1"/>
          </p:nvPr>
        </p:nvSpPr>
        <p:spPr/>
        <p:txBody>
          <a:bodyPr/>
          <a:lstStyle/>
          <a:p>
            <a:pPr>
              <a:buFont typeface="Wingdings" panose="05000000000000000000" pitchFamily="2" charset="2"/>
              <a:buChar char="Ø"/>
            </a:pPr>
            <a:r>
              <a:rPr lang="en-IN" dirty="0">
                <a:solidFill>
                  <a:schemeClr val="bg1"/>
                </a:solidFill>
              </a:rPr>
              <a:t>Four official Datasets were used:</a:t>
            </a:r>
          </a:p>
          <a:p>
            <a:pPr lvl="1"/>
            <a:r>
              <a:rPr lang="en-IN" b="1" dirty="0">
                <a:solidFill>
                  <a:schemeClr val="bg1"/>
                </a:solidFill>
              </a:rPr>
              <a:t>Pupil dataset:</a:t>
            </a:r>
            <a:r>
              <a:rPr lang="en-IN" dirty="0">
                <a:solidFill>
                  <a:schemeClr val="bg1"/>
                </a:solidFill>
              </a:rPr>
              <a:t> 14,226 rows × 657 features</a:t>
            </a:r>
          </a:p>
          <a:p>
            <a:pPr lvl="1"/>
            <a:r>
              <a:rPr lang="en-IN" b="1" dirty="0">
                <a:solidFill>
                  <a:schemeClr val="bg1"/>
                </a:solidFill>
              </a:rPr>
              <a:t>Teacher dataset:</a:t>
            </a:r>
            <a:r>
              <a:rPr lang="en-IN" dirty="0">
                <a:solidFill>
                  <a:schemeClr val="bg1"/>
                </a:solidFill>
              </a:rPr>
              <a:t> 89 rows × 64 features</a:t>
            </a:r>
          </a:p>
          <a:p>
            <a:pPr lvl="1"/>
            <a:r>
              <a:rPr lang="en-IN" b="1" dirty="0">
                <a:solidFill>
                  <a:schemeClr val="bg1"/>
                </a:solidFill>
              </a:rPr>
              <a:t>IMD dataset:</a:t>
            </a:r>
            <a:r>
              <a:rPr lang="en-IN" dirty="0">
                <a:solidFill>
                  <a:schemeClr val="bg1"/>
                </a:solidFill>
              </a:rPr>
              <a:t> 32,844 rows × 57 features</a:t>
            </a:r>
          </a:p>
          <a:p>
            <a:pPr lvl="1"/>
            <a:r>
              <a:rPr lang="en-GB" b="1" dirty="0">
                <a:solidFill>
                  <a:schemeClr val="bg1"/>
                </a:solidFill>
              </a:rPr>
              <a:t>Local Authority Districts (LAD)</a:t>
            </a:r>
            <a:r>
              <a:rPr lang="en-GB" dirty="0">
                <a:solidFill>
                  <a:schemeClr val="bg1"/>
                </a:solidFill>
              </a:rPr>
              <a:t> to </a:t>
            </a:r>
            <a:r>
              <a:rPr lang="en-GB" b="1" dirty="0">
                <a:solidFill>
                  <a:schemeClr val="bg1"/>
                </a:solidFill>
              </a:rPr>
              <a:t>Regions</a:t>
            </a:r>
            <a:endParaRPr lang="en-IN" b="1" dirty="0">
              <a:solidFill>
                <a:schemeClr val="bg1"/>
              </a:solidFill>
            </a:endParaRPr>
          </a:p>
          <a:p>
            <a:pPr>
              <a:buFont typeface="Wingdings" panose="05000000000000000000" pitchFamily="2" charset="2"/>
              <a:buChar char="Ø"/>
            </a:pPr>
            <a:r>
              <a:rPr lang="en-GB" dirty="0">
                <a:solidFill>
                  <a:schemeClr val="bg1"/>
                </a:solidFill>
              </a:rPr>
              <a:t>All data taken from NHS and UK government open data portals.</a:t>
            </a:r>
          </a:p>
          <a:p>
            <a:pPr>
              <a:buFont typeface="Wingdings" panose="05000000000000000000" pitchFamily="2" charset="2"/>
              <a:buChar char="Ø"/>
            </a:pPr>
            <a:r>
              <a:rPr lang="en-GB" dirty="0">
                <a:solidFill>
                  <a:schemeClr val="bg1"/>
                </a:solidFill>
              </a:rPr>
              <a:t>All sources are public and ethically safe for research</a:t>
            </a:r>
          </a:p>
          <a:p>
            <a:pPr>
              <a:buFont typeface="Wingdings" panose="05000000000000000000" pitchFamily="2" charset="2"/>
              <a:buChar char="Ø"/>
            </a:pPr>
            <a:r>
              <a:rPr lang="en-GB" dirty="0">
                <a:solidFill>
                  <a:schemeClr val="bg1"/>
                </a:solidFill>
              </a:rPr>
              <a:t>Datasets were combined to make Multi-dimensional Behavioural risk Dataset</a:t>
            </a:r>
          </a:p>
          <a:p>
            <a:pPr>
              <a:buFont typeface="Wingdings" panose="05000000000000000000" pitchFamily="2" charset="2"/>
              <a:buChar char="Ø"/>
            </a:pPr>
            <a:endParaRPr lang="en-GB" dirty="0">
              <a:solidFill>
                <a:schemeClr val="bg1"/>
              </a:solidFill>
            </a:endParaRPr>
          </a:p>
        </p:txBody>
      </p:sp>
    </p:spTree>
    <p:extLst>
      <p:ext uri="{BB962C8B-B14F-4D97-AF65-F5344CB8AC3E}">
        <p14:creationId xmlns:p14="http://schemas.microsoft.com/office/powerpoint/2010/main" val="1021181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extLst>
              <a:ext uri="{BEBA8EAE-BF5A-486C-A8C5-ECC9F3942E4B}">
                <a14:imgProps xmlns:a14="http://schemas.microsoft.com/office/drawing/2010/main">
                  <a14:imgLayer r:embed="rId4">
                    <a14:imgEffect>
                      <a14:sharpenSoften amount="-100000"/>
                    </a14:imgEffect>
                    <a14:imgEffect>
                      <a14:brightnessContrast bright="-5000"/>
                    </a14:imgEffect>
                  </a14:imgLayer>
                </a14:imgProps>
              </a:ext>
            </a:extLst>
          </a:blip>
          <a:srcRect/>
          <a:stretch>
            <a:fillRect t="-39000" b="-39000"/>
          </a:stretch>
        </a:blipFill>
        <a:effectLst/>
      </p:bgPr>
    </p:bg>
    <p:spTree>
      <p:nvGrpSpPr>
        <p:cNvPr id="1" name="Shape 319"/>
        <p:cNvGrpSpPr/>
        <p:nvPr/>
      </p:nvGrpSpPr>
      <p:grpSpPr>
        <a:xfrm>
          <a:off x="0" y="0"/>
          <a:ext cx="0" cy="0"/>
          <a:chOff x="0" y="0"/>
          <a:chExt cx="0" cy="0"/>
        </a:xfrm>
      </p:grpSpPr>
      <p:sp>
        <p:nvSpPr>
          <p:cNvPr id="320" name="Google Shape;320;p45"/>
          <p:cNvSpPr txBox="1">
            <a:spLocks noGrp="1"/>
          </p:cNvSpPr>
          <p:nvPr>
            <p:ph type="title"/>
          </p:nvPr>
        </p:nvSpPr>
        <p:spPr>
          <a:xfrm>
            <a:off x="570439" y="470352"/>
            <a:ext cx="10272000" cy="763600"/>
          </a:xfrm>
          <a:prstGeom prst="rect">
            <a:avLst/>
          </a:prstGeom>
        </p:spPr>
        <p:txBody>
          <a:bodyPr spcFirstLastPara="1" vert="horz" wrap="square" lIns="121900" tIns="121900" rIns="121900" bIns="121900" rtlCol="0" anchor="t" anchorCtr="0">
            <a:noAutofit/>
          </a:bodyPr>
          <a:lstStyle/>
          <a:p>
            <a:pPr algn="ctr"/>
            <a:r>
              <a:rPr lang="en-IN" sz="5400" b="1" dirty="0">
                <a:solidFill>
                  <a:schemeClr val="bg1"/>
                </a:solidFill>
              </a:rPr>
              <a:t>Data Pre-Processing</a:t>
            </a:r>
          </a:p>
        </p:txBody>
      </p:sp>
      <p:sp>
        <p:nvSpPr>
          <p:cNvPr id="321" name="Google Shape;321;p45"/>
          <p:cNvSpPr txBox="1">
            <a:spLocks noGrp="1"/>
          </p:cNvSpPr>
          <p:nvPr>
            <p:ph type="subTitle" idx="1"/>
          </p:nvPr>
        </p:nvSpPr>
        <p:spPr>
          <a:xfrm>
            <a:off x="960001" y="4064185"/>
            <a:ext cx="3053828" cy="2015799"/>
          </a:xfrm>
          <a:prstGeom prst="rect">
            <a:avLst/>
          </a:prstGeom>
        </p:spPr>
        <p:txBody>
          <a:bodyPr spcFirstLastPara="1" vert="horz" wrap="square" lIns="121900" tIns="121900" rIns="121900" bIns="121900" rtlCol="0" anchor="t" anchorCtr="0">
            <a:noAutofit/>
          </a:bodyPr>
          <a:lstStyle/>
          <a:p>
            <a:pPr marL="0" indent="0"/>
            <a:r>
              <a:rPr lang="en-US" dirty="0">
                <a:solidFill>
                  <a:schemeClr val="bg1"/>
                </a:solidFill>
              </a:rPr>
              <a:t>Preprocessing includes handling missing values, data cleaning, and converting data types where needed.</a:t>
            </a:r>
            <a:endParaRPr dirty="0">
              <a:solidFill>
                <a:schemeClr val="bg1"/>
              </a:solidFill>
            </a:endParaRPr>
          </a:p>
        </p:txBody>
      </p:sp>
      <p:sp>
        <p:nvSpPr>
          <p:cNvPr id="322" name="Google Shape;322;p45"/>
          <p:cNvSpPr txBox="1">
            <a:spLocks noGrp="1"/>
          </p:cNvSpPr>
          <p:nvPr>
            <p:ph type="subTitle" idx="2"/>
          </p:nvPr>
        </p:nvSpPr>
        <p:spPr>
          <a:xfrm>
            <a:off x="4621704" y="3950899"/>
            <a:ext cx="3044800" cy="1194800"/>
          </a:xfrm>
          <a:prstGeom prst="rect">
            <a:avLst/>
          </a:prstGeom>
        </p:spPr>
        <p:txBody>
          <a:bodyPr spcFirstLastPara="1" vert="horz" wrap="square" lIns="121900" tIns="121900" rIns="121900" bIns="121900" rtlCol="0" anchor="t" anchorCtr="0">
            <a:noAutofit/>
          </a:bodyPr>
          <a:lstStyle/>
          <a:p>
            <a:pPr marL="0" indent="0"/>
            <a:r>
              <a:rPr lang="en-US" dirty="0">
                <a:solidFill>
                  <a:schemeClr val="bg1"/>
                </a:solidFill>
              </a:rPr>
              <a:t>Outliers may be treated or removed to improve model stability.</a:t>
            </a:r>
            <a:endParaRPr dirty="0">
              <a:solidFill>
                <a:schemeClr val="bg1"/>
              </a:solidFill>
            </a:endParaRPr>
          </a:p>
        </p:txBody>
      </p:sp>
      <p:sp>
        <p:nvSpPr>
          <p:cNvPr id="323" name="Google Shape;323;p45"/>
          <p:cNvSpPr txBox="1">
            <a:spLocks noGrp="1"/>
          </p:cNvSpPr>
          <p:nvPr>
            <p:ph type="subTitle" idx="3"/>
          </p:nvPr>
        </p:nvSpPr>
        <p:spPr>
          <a:xfrm>
            <a:off x="8196237" y="3716680"/>
            <a:ext cx="3602163" cy="2547185"/>
          </a:xfrm>
          <a:prstGeom prst="rect">
            <a:avLst/>
          </a:prstGeom>
        </p:spPr>
        <p:txBody>
          <a:bodyPr spcFirstLastPara="1" vert="horz" wrap="square" lIns="121900" tIns="121900" rIns="121900" bIns="121900" rtlCol="0" anchor="t" anchorCtr="0">
            <a:noAutofit/>
          </a:bodyPr>
          <a:lstStyle/>
          <a:p>
            <a:pPr marL="0" indent="0"/>
            <a:r>
              <a:rPr lang="en-US" dirty="0">
                <a:solidFill>
                  <a:schemeClr val="bg1"/>
                </a:solidFill>
              </a:rPr>
              <a:t>Categorical features were label-encoded, where numerical features are scaled where needed and Clean datasets were merged using common keys forms the foundation for training accurate and generalizable models.</a:t>
            </a:r>
            <a:endParaRPr dirty="0">
              <a:solidFill>
                <a:schemeClr val="bg1"/>
              </a:solidFill>
            </a:endParaRPr>
          </a:p>
        </p:txBody>
      </p:sp>
      <p:sp>
        <p:nvSpPr>
          <p:cNvPr id="324" name="Google Shape;324;p45"/>
          <p:cNvSpPr txBox="1">
            <a:spLocks noGrp="1"/>
          </p:cNvSpPr>
          <p:nvPr>
            <p:ph type="subTitle" idx="4"/>
          </p:nvPr>
        </p:nvSpPr>
        <p:spPr>
          <a:xfrm>
            <a:off x="950965" y="3039178"/>
            <a:ext cx="3044800" cy="1025007"/>
          </a:xfrm>
          <a:prstGeom prst="rect">
            <a:avLst/>
          </a:prstGeom>
        </p:spPr>
        <p:txBody>
          <a:bodyPr spcFirstLastPara="1" vert="horz" wrap="square" lIns="121900" tIns="121900" rIns="121900" bIns="121900" rtlCol="0" anchor="b" anchorCtr="0">
            <a:noAutofit/>
          </a:bodyPr>
          <a:lstStyle/>
          <a:p>
            <a:pPr marL="0" indent="0"/>
            <a:r>
              <a:rPr lang="en-IN" dirty="0">
                <a:solidFill>
                  <a:schemeClr val="bg1"/>
                </a:solidFill>
              </a:rPr>
              <a:t>Handling Missing Values</a:t>
            </a:r>
            <a:endParaRPr dirty="0">
              <a:solidFill>
                <a:schemeClr val="bg1"/>
              </a:solidFill>
            </a:endParaRPr>
          </a:p>
        </p:txBody>
      </p:sp>
      <p:sp>
        <p:nvSpPr>
          <p:cNvPr id="325" name="Google Shape;325;p45"/>
          <p:cNvSpPr txBox="1">
            <a:spLocks noGrp="1"/>
          </p:cNvSpPr>
          <p:nvPr>
            <p:ph type="subTitle" idx="5"/>
          </p:nvPr>
        </p:nvSpPr>
        <p:spPr>
          <a:xfrm>
            <a:off x="4621704" y="3039178"/>
            <a:ext cx="3044800" cy="646400"/>
          </a:xfrm>
          <a:prstGeom prst="rect">
            <a:avLst/>
          </a:prstGeom>
        </p:spPr>
        <p:txBody>
          <a:bodyPr spcFirstLastPara="1" vert="horz" wrap="square" lIns="121900" tIns="121900" rIns="121900" bIns="121900" rtlCol="0" anchor="b" anchorCtr="0">
            <a:noAutofit/>
          </a:bodyPr>
          <a:lstStyle/>
          <a:p>
            <a:pPr marL="0" indent="0"/>
            <a:r>
              <a:rPr lang="en-IN" dirty="0">
                <a:solidFill>
                  <a:schemeClr val="bg1"/>
                </a:solidFill>
              </a:rPr>
              <a:t>Remove Outlier</a:t>
            </a:r>
            <a:endParaRPr dirty="0">
              <a:solidFill>
                <a:schemeClr val="bg1"/>
              </a:solidFill>
            </a:endParaRPr>
          </a:p>
        </p:txBody>
      </p:sp>
      <p:sp>
        <p:nvSpPr>
          <p:cNvPr id="326" name="Google Shape;326;p45"/>
          <p:cNvSpPr txBox="1">
            <a:spLocks noGrp="1"/>
          </p:cNvSpPr>
          <p:nvPr>
            <p:ph type="subTitle" idx="6"/>
          </p:nvPr>
        </p:nvSpPr>
        <p:spPr>
          <a:xfrm>
            <a:off x="8196238" y="2924309"/>
            <a:ext cx="3694357" cy="646400"/>
          </a:xfrm>
          <a:prstGeom prst="rect">
            <a:avLst/>
          </a:prstGeom>
        </p:spPr>
        <p:txBody>
          <a:bodyPr spcFirstLastPara="1" vert="horz" wrap="square" lIns="121900" tIns="121900" rIns="121900" bIns="121900" rtlCol="0" anchor="b" anchorCtr="0">
            <a:noAutofit/>
          </a:bodyPr>
          <a:lstStyle/>
          <a:p>
            <a:pPr marL="0" indent="0"/>
            <a:r>
              <a:rPr lang="en-IN" dirty="0">
                <a:solidFill>
                  <a:schemeClr val="bg1"/>
                </a:solidFill>
              </a:rPr>
              <a:t>Encoding &amp; Merging</a:t>
            </a:r>
            <a:endParaRPr dirty="0">
              <a:solidFill>
                <a:schemeClr val="bg1"/>
              </a:solidFill>
            </a:endParaRPr>
          </a:p>
        </p:txBody>
      </p:sp>
      <p:sp>
        <p:nvSpPr>
          <p:cNvPr id="327" name="Google Shape;327;p45"/>
          <p:cNvSpPr/>
          <p:nvPr/>
        </p:nvSpPr>
        <p:spPr>
          <a:xfrm>
            <a:off x="1397652" y="1626637"/>
            <a:ext cx="1104400" cy="1104400"/>
          </a:xfrm>
          <a:prstGeom prst="ellipse">
            <a:avLst/>
          </a:prstGeom>
          <a:solidFill>
            <a:schemeClr val="dk2"/>
          </a:solidFill>
          <a:ln>
            <a:solidFill>
              <a:schemeClr val="bg1"/>
            </a:solidFill>
          </a:ln>
        </p:spPr>
        <p:txBody>
          <a:bodyPr spcFirstLastPara="1" wrap="square" lIns="121900" tIns="121900" rIns="121900" bIns="121900" anchor="ctr" anchorCtr="0">
            <a:noAutofit/>
          </a:bodyPr>
          <a:lstStyle/>
          <a:p>
            <a:pPr algn="ctr"/>
            <a:endParaRPr sz="2400" dirty="0">
              <a:solidFill>
                <a:schemeClr val="bg1"/>
              </a:solidFill>
              <a:latin typeface="Albert Sans"/>
              <a:ea typeface="Albert Sans"/>
              <a:cs typeface="Albert Sans"/>
              <a:sym typeface="Albert Sans"/>
            </a:endParaRPr>
          </a:p>
        </p:txBody>
      </p:sp>
      <p:sp>
        <p:nvSpPr>
          <p:cNvPr id="328" name="Google Shape;328;p45"/>
          <p:cNvSpPr/>
          <p:nvPr/>
        </p:nvSpPr>
        <p:spPr>
          <a:xfrm>
            <a:off x="4881725" y="1597209"/>
            <a:ext cx="1104400" cy="1104400"/>
          </a:xfrm>
          <a:prstGeom prst="ellipse">
            <a:avLst/>
          </a:prstGeom>
          <a:solidFill>
            <a:schemeClr val="lt2"/>
          </a:solidFill>
          <a:ln>
            <a:noFill/>
          </a:ln>
        </p:spPr>
        <p:txBody>
          <a:bodyPr spcFirstLastPara="1" wrap="square" lIns="121900" tIns="121900" rIns="121900" bIns="121900" anchor="ctr" anchorCtr="0">
            <a:noAutofit/>
          </a:bodyPr>
          <a:lstStyle/>
          <a:p>
            <a:pPr algn="ctr"/>
            <a:endParaRPr sz="2400">
              <a:solidFill>
                <a:schemeClr val="bg1"/>
              </a:solidFill>
              <a:latin typeface="Albert Sans"/>
              <a:ea typeface="Albert Sans"/>
              <a:cs typeface="Albert Sans"/>
              <a:sym typeface="Albert Sans"/>
            </a:endParaRPr>
          </a:p>
        </p:txBody>
      </p:sp>
      <p:sp>
        <p:nvSpPr>
          <p:cNvPr id="329" name="Google Shape;329;p45"/>
          <p:cNvSpPr/>
          <p:nvPr/>
        </p:nvSpPr>
        <p:spPr>
          <a:xfrm>
            <a:off x="8602987" y="1485928"/>
            <a:ext cx="1104400" cy="1104400"/>
          </a:xfrm>
          <a:prstGeom prst="ellipse">
            <a:avLst/>
          </a:prstGeom>
          <a:solidFill>
            <a:schemeClr val="dk2"/>
          </a:solidFill>
          <a:ln>
            <a:solidFill>
              <a:schemeClr val="bg1"/>
            </a:solidFill>
          </a:ln>
        </p:spPr>
        <p:txBody>
          <a:bodyPr spcFirstLastPara="1" wrap="square" lIns="121900" tIns="121900" rIns="121900" bIns="121900" anchor="ctr" anchorCtr="0">
            <a:noAutofit/>
          </a:bodyPr>
          <a:lstStyle/>
          <a:p>
            <a:pPr algn="ctr"/>
            <a:endParaRPr sz="2400" dirty="0">
              <a:solidFill>
                <a:schemeClr val="bg1"/>
              </a:solidFill>
              <a:latin typeface="Albert Sans"/>
              <a:ea typeface="Albert Sans"/>
              <a:cs typeface="Albert Sans"/>
              <a:sym typeface="Albert Sans"/>
            </a:endParaRPr>
          </a:p>
        </p:txBody>
      </p:sp>
      <p:grpSp>
        <p:nvGrpSpPr>
          <p:cNvPr id="330" name="Google Shape;330;p45"/>
          <p:cNvGrpSpPr/>
          <p:nvPr/>
        </p:nvGrpSpPr>
        <p:grpSpPr>
          <a:xfrm>
            <a:off x="5142086" y="1769822"/>
            <a:ext cx="583679" cy="583791"/>
            <a:chOff x="5774124" y="4294550"/>
            <a:chExt cx="331611" cy="331674"/>
          </a:xfrm>
        </p:grpSpPr>
        <p:sp>
          <p:nvSpPr>
            <p:cNvPr id="331" name="Google Shape;331;p45"/>
            <p:cNvSpPr/>
            <p:nvPr/>
          </p:nvSpPr>
          <p:spPr>
            <a:xfrm>
              <a:off x="5774124" y="4419664"/>
              <a:ext cx="331611" cy="206560"/>
            </a:xfrm>
            <a:custGeom>
              <a:avLst/>
              <a:gdLst/>
              <a:ahLst/>
              <a:cxnLst/>
              <a:rect l="l" t="t" r="r" b="b"/>
              <a:pathLst>
                <a:path w="10419" h="6490" extrusionOk="0">
                  <a:moveTo>
                    <a:pt x="2751" y="2905"/>
                  </a:moveTo>
                  <a:lnTo>
                    <a:pt x="2751" y="6191"/>
                  </a:lnTo>
                  <a:lnTo>
                    <a:pt x="1429" y="6191"/>
                  </a:lnTo>
                  <a:lnTo>
                    <a:pt x="1429" y="2905"/>
                  </a:lnTo>
                  <a:close/>
                  <a:moveTo>
                    <a:pt x="5847" y="2084"/>
                  </a:moveTo>
                  <a:lnTo>
                    <a:pt x="5847" y="6191"/>
                  </a:lnTo>
                  <a:lnTo>
                    <a:pt x="4525" y="6191"/>
                  </a:lnTo>
                  <a:lnTo>
                    <a:pt x="4525" y="2084"/>
                  </a:lnTo>
                  <a:close/>
                  <a:moveTo>
                    <a:pt x="8942" y="298"/>
                  </a:moveTo>
                  <a:lnTo>
                    <a:pt x="8942" y="6191"/>
                  </a:lnTo>
                  <a:lnTo>
                    <a:pt x="7609" y="6191"/>
                  </a:lnTo>
                  <a:lnTo>
                    <a:pt x="7609" y="298"/>
                  </a:lnTo>
                  <a:close/>
                  <a:moveTo>
                    <a:pt x="7466" y="0"/>
                  </a:moveTo>
                  <a:cubicBezTo>
                    <a:pt x="7383" y="0"/>
                    <a:pt x="7323" y="72"/>
                    <a:pt x="7323" y="155"/>
                  </a:cubicBezTo>
                  <a:lnTo>
                    <a:pt x="7323" y="6191"/>
                  </a:lnTo>
                  <a:lnTo>
                    <a:pt x="6156" y="6191"/>
                  </a:lnTo>
                  <a:lnTo>
                    <a:pt x="6156" y="1941"/>
                  </a:lnTo>
                  <a:cubicBezTo>
                    <a:pt x="6156" y="1846"/>
                    <a:pt x="6085" y="1786"/>
                    <a:pt x="6013" y="1786"/>
                  </a:cubicBezTo>
                  <a:lnTo>
                    <a:pt x="4370" y="1786"/>
                  </a:lnTo>
                  <a:cubicBezTo>
                    <a:pt x="4287" y="1786"/>
                    <a:pt x="4227" y="1858"/>
                    <a:pt x="4227" y="1941"/>
                  </a:cubicBezTo>
                  <a:lnTo>
                    <a:pt x="4227" y="6191"/>
                  </a:lnTo>
                  <a:lnTo>
                    <a:pt x="3061" y="6191"/>
                  </a:lnTo>
                  <a:lnTo>
                    <a:pt x="3061" y="2751"/>
                  </a:lnTo>
                  <a:cubicBezTo>
                    <a:pt x="3061" y="2667"/>
                    <a:pt x="2989" y="2608"/>
                    <a:pt x="2918" y="2608"/>
                  </a:cubicBezTo>
                  <a:lnTo>
                    <a:pt x="1275" y="2608"/>
                  </a:lnTo>
                  <a:cubicBezTo>
                    <a:pt x="1191" y="2608"/>
                    <a:pt x="1132" y="2679"/>
                    <a:pt x="1132" y="2751"/>
                  </a:cubicBezTo>
                  <a:lnTo>
                    <a:pt x="1132" y="6191"/>
                  </a:lnTo>
                  <a:lnTo>
                    <a:pt x="144" y="6191"/>
                  </a:lnTo>
                  <a:cubicBezTo>
                    <a:pt x="60" y="6191"/>
                    <a:pt x="1" y="6263"/>
                    <a:pt x="1" y="6346"/>
                  </a:cubicBezTo>
                  <a:cubicBezTo>
                    <a:pt x="1" y="6430"/>
                    <a:pt x="72" y="6489"/>
                    <a:pt x="144" y="6489"/>
                  </a:cubicBezTo>
                  <a:lnTo>
                    <a:pt x="10264" y="6489"/>
                  </a:lnTo>
                  <a:cubicBezTo>
                    <a:pt x="10359" y="6489"/>
                    <a:pt x="10419" y="6418"/>
                    <a:pt x="10419" y="6346"/>
                  </a:cubicBezTo>
                  <a:cubicBezTo>
                    <a:pt x="10395" y="6251"/>
                    <a:pt x="10323" y="6191"/>
                    <a:pt x="10240" y="6191"/>
                  </a:cubicBezTo>
                  <a:lnTo>
                    <a:pt x="9252" y="6191"/>
                  </a:lnTo>
                  <a:lnTo>
                    <a:pt x="9252" y="155"/>
                  </a:lnTo>
                  <a:cubicBezTo>
                    <a:pt x="9252" y="60"/>
                    <a:pt x="9180" y="0"/>
                    <a:pt x="9109" y="0"/>
                  </a:cubicBezTo>
                  <a:close/>
                </a:path>
              </a:pathLst>
            </a:custGeom>
            <a:solidFill>
              <a:schemeClr val="dk1"/>
            </a:solidFill>
            <a:ln>
              <a:noFill/>
            </a:ln>
          </p:spPr>
          <p:txBody>
            <a:bodyPr spcFirstLastPara="1" wrap="square" lIns="121900" tIns="121900" rIns="121900" bIns="121900" anchor="ctr" anchorCtr="0">
              <a:noAutofit/>
            </a:bodyPr>
            <a:lstStyle/>
            <a:p>
              <a:endParaRPr sz="2400" dirty="0">
                <a:solidFill>
                  <a:schemeClr val="bg1"/>
                </a:solidFill>
              </a:endParaRPr>
            </a:p>
          </p:txBody>
        </p:sp>
        <p:sp>
          <p:nvSpPr>
            <p:cNvPr id="332" name="Google Shape;332;p45"/>
            <p:cNvSpPr/>
            <p:nvPr/>
          </p:nvSpPr>
          <p:spPr>
            <a:xfrm>
              <a:off x="5778294" y="4294550"/>
              <a:ext cx="316461" cy="191442"/>
            </a:xfrm>
            <a:custGeom>
              <a:avLst/>
              <a:gdLst/>
              <a:ahLst/>
              <a:cxnLst/>
              <a:rect l="l" t="t" r="r" b="b"/>
              <a:pathLst>
                <a:path w="9943" h="6015" extrusionOk="0">
                  <a:moveTo>
                    <a:pt x="9447" y="0"/>
                  </a:moveTo>
                  <a:cubicBezTo>
                    <a:pt x="9433" y="0"/>
                    <a:pt x="9420" y="1"/>
                    <a:pt x="9407" y="2"/>
                  </a:cubicBezTo>
                  <a:lnTo>
                    <a:pt x="8097" y="169"/>
                  </a:lnTo>
                  <a:cubicBezTo>
                    <a:pt x="7847" y="193"/>
                    <a:pt x="7644" y="455"/>
                    <a:pt x="7680" y="705"/>
                  </a:cubicBezTo>
                  <a:cubicBezTo>
                    <a:pt x="7703" y="951"/>
                    <a:pt x="7914" y="1123"/>
                    <a:pt x="8167" y="1123"/>
                  </a:cubicBezTo>
                  <a:cubicBezTo>
                    <a:pt x="8183" y="1123"/>
                    <a:pt x="8200" y="1123"/>
                    <a:pt x="8216" y="1121"/>
                  </a:cubicBezTo>
                  <a:lnTo>
                    <a:pt x="8323" y="1109"/>
                  </a:lnTo>
                  <a:lnTo>
                    <a:pt x="8323" y="1109"/>
                  </a:lnTo>
                  <a:cubicBezTo>
                    <a:pt x="6716" y="2967"/>
                    <a:pt x="4811" y="3919"/>
                    <a:pt x="3465" y="4407"/>
                  </a:cubicBezTo>
                  <a:cubicBezTo>
                    <a:pt x="1787" y="5003"/>
                    <a:pt x="477" y="5062"/>
                    <a:pt x="477" y="5062"/>
                  </a:cubicBezTo>
                  <a:cubicBezTo>
                    <a:pt x="203" y="5074"/>
                    <a:pt x="1" y="5288"/>
                    <a:pt x="13" y="5550"/>
                  </a:cubicBezTo>
                  <a:cubicBezTo>
                    <a:pt x="24" y="5824"/>
                    <a:pt x="239" y="6015"/>
                    <a:pt x="489" y="6015"/>
                  </a:cubicBezTo>
                  <a:lnTo>
                    <a:pt x="501" y="6015"/>
                  </a:lnTo>
                  <a:cubicBezTo>
                    <a:pt x="560" y="6015"/>
                    <a:pt x="1953" y="5967"/>
                    <a:pt x="3775" y="5312"/>
                  </a:cubicBezTo>
                  <a:cubicBezTo>
                    <a:pt x="4811" y="4943"/>
                    <a:pt x="5775" y="4467"/>
                    <a:pt x="6656" y="3872"/>
                  </a:cubicBezTo>
                  <a:cubicBezTo>
                    <a:pt x="6728" y="3824"/>
                    <a:pt x="6740" y="3729"/>
                    <a:pt x="6692" y="3669"/>
                  </a:cubicBezTo>
                  <a:cubicBezTo>
                    <a:pt x="6670" y="3618"/>
                    <a:pt x="6621" y="3594"/>
                    <a:pt x="6573" y="3594"/>
                  </a:cubicBezTo>
                  <a:cubicBezTo>
                    <a:pt x="6542" y="3594"/>
                    <a:pt x="6512" y="3603"/>
                    <a:pt x="6490" y="3622"/>
                  </a:cubicBezTo>
                  <a:cubicBezTo>
                    <a:pt x="5620" y="4205"/>
                    <a:pt x="4692" y="4681"/>
                    <a:pt x="3692" y="5038"/>
                  </a:cubicBezTo>
                  <a:cubicBezTo>
                    <a:pt x="1906" y="5669"/>
                    <a:pt x="560" y="5717"/>
                    <a:pt x="525" y="5717"/>
                  </a:cubicBezTo>
                  <a:cubicBezTo>
                    <a:pt x="429" y="5717"/>
                    <a:pt x="358" y="5646"/>
                    <a:pt x="346" y="5550"/>
                  </a:cubicBezTo>
                  <a:cubicBezTo>
                    <a:pt x="346" y="5467"/>
                    <a:pt x="417" y="5372"/>
                    <a:pt x="501" y="5372"/>
                  </a:cubicBezTo>
                  <a:cubicBezTo>
                    <a:pt x="525" y="5372"/>
                    <a:pt x="1858" y="5336"/>
                    <a:pt x="3596" y="4705"/>
                  </a:cubicBezTo>
                  <a:cubicBezTo>
                    <a:pt x="5061" y="4181"/>
                    <a:pt x="7144" y="3133"/>
                    <a:pt x="8835" y="1014"/>
                  </a:cubicBezTo>
                  <a:cubicBezTo>
                    <a:pt x="8927" y="911"/>
                    <a:pt x="8842" y="763"/>
                    <a:pt x="8718" y="763"/>
                  </a:cubicBezTo>
                  <a:cubicBezTo>
                    <a:pt x="8714" y="763"/>
                    <a:pt x="8709" y="764"/>
                    <a:pt x="8704" y="764"/>
                  </a:cubicBezTo>
                  <a:lnTo>
                    <a:pt x="8216" y="824"/>
                  </a:lnTo>
                  <a:cubicBezTo>
                    <a:pt x="8208" y="825"/>
                    <a:pt x="8200" y="825"/>
                    <a:pt x="8192" y="825"/>
                  </a:cubicBezTo>
                  <a:cubicBezTo>
                    <a:pt x="8109" y="825"/>
                    <a:pt x="8047" y="769"/>
                    <a:pt x="8025" y="693"/>
                  </a:cubicBezTo>
                  <a:cubicBezTo>
                    <a:pt x="7990" y="586"/>
                    <a:pt x="8061" y="478"/>
                    <a:pt x="8168" y="478"/>
                  </a:cubicBezTo>
                  <a:lnTo>
                    <a:pt x="9478" y="312"/>
                  </a:lnTo>
                  <a:cubicBezTo>
                    <a:pt x="9484" y="311"/>
                    <a:pt x="9490" y="311"/>
                    <a:pt x="9496" y="311"/>
                  </a:cubicBezTo>
                  <a:cubicBezTo>
                    <a:pt x="9594" y="311"/>
                    <a:pt x="9669" y="400"/>
                    <a:pt x="9669" y="490"/>
                  </a:cubicBezTo>
                  <a:lnTo>
                    <a:pt x="9669" y="1800"/>
                  </a:lnTo>
                  <a:cubicBezTo>
                    <a:pt x="9669" y="1895"/>
                    <a:pt x="9597" y="1979"/>
                    <a:pt x="9490" y="1979"/>
                  </a:cubicBezTo>
                  <a:cubicBezTo>
                    <a:pt x="9407" y="1979"/>
                    <a:pt x="9311" y="1907"/>
                    <a:pt x="9311" y="1800"/>
                  </a:cubicBezTo>
                  <a:lnTo>
                    <a:pt x="9311" y="1407"/>
                  </a:lnTo>
                  <a:cubicBezTo>
                    <a:pt x="9311" y="1348"/>
                    <a:pt x="9264" y="1288"/>
                    <a:pt x="9204" y="1252"/>
                  </a:cubicBezTo>
                  <a:cubicBezTo>
                    <a:pt x="9187" y="1242"/>
                    <a:pt x="9169" y="1238"/>
                    <a:pt x="9152" y="1238"/>
                  </a:cubicBezTo>
                  <a:cubicBezTo>
                    <a:pt x="9106" y="1238"/>
                    <a:pt x="9060" y="1266"/>
                    <a:pt x="9026" y="1300"/>
                  </a:cubicBezTo>
                  <a:cubicBezTo>
                    <a:pt x="8466" y="2002"/>
                    <a:pt x="7811" y="2633"/>
                    <a:pt x="7097" y="3193"/>
                  </a:cubicBezTo>
                  <a:cubicBezTo>
                    <a:pt x="7037" y="3229"/>
                    <a:pt x="7025" y="3336"/>
                    <a:pt x="7061" y="3395"/>
                  </a:cubicBezTo>
                  <a:cubicBezTo>
                    <a:pt x="7091" y="3433"/>
                    <a:pt x="7144" y="3451"/>
                    <a:pt x="7194" y="3451"/>
                  </a:cubicBezTo>
                  <a:cubicBezTo>
                    <a:pt x="7224" y="3451"/>
                    <a:pt x="7253" y="3445"/>
                    <a:pt x="7275" y="3431"/>
                  </a:cubicBezTo>
                  <a:cubicBezTo>
                    <a:pt x="7895" y="2943"/>
                    <a:pt x="8466" y="2419"/>
                    <a:pt x="8990" y="1824"/>
                  </a:cubicBezTo>
                  <a:cubicBezTo>
                    <a:pt x="9002" y="2074"/>
                    <a:pt x="9204" y="2276"/>
                    <a:pt x="9466" y="2276"/>
                  </a:cubicBezTo>
                  <a:cubicBezTo>
                    <a:pt x="9728" y="2276"/>
                    <a:pt x="9942" y="2074"/>
                    <a:pt x="9942" y="1800"/>
                  </a:cubicBezTo>
                  <a:lnTo>
                    <a:pt x="9942" y="478"/>
                  </a:lnTo>
                  <a:cubicBezTo>
                    <a:pt x="9942" y="347"/>
                    <a:pt x="9883" y="216"/>
                    <a:pt x="9776" y="121"/>
                  </a:cubicBezTo>
                  <a:cubicBezTo>
                    <a:pt x="9679" y="46"/>
                    <a:pt x="9564" y="0"/>
                    <a:pt x="9447" y="0"/>
                  </a:cubicBezTo>
                  <a:close/>
                </a:path>
              </a:pathLst>
            </a:custGeom>
            <a:solidFill>
              <a:schemeClr val="dk1"/>
            </a:solidFill>
            <a:ln>
              <a:noFill/>
            </a:ln>
          </p:spPr>
          <p:txBody>
            <a:bodyPr spcFirstLastPara="1" wrap="square" lIns="121900" tIns="121900" rIns="121900" bIns="121900" anchor="ctr" anchorCtr="0">
              <a:noAutofit/>
            </a:bodyPr>
            <a:lstStyle/>
            <a:p>
              <a:endParaRPr sz="2400">
                <a:solidFill>
                  <a:schemeClr val="bg1"/>
                </a:solidFill>
              </a:endParaRPr>
            </a:p>
          </p:txBody>
        </p:sp>
      </p:grpSp>
      <p:grpSp>
        <p:nvGrpSpPr>
          <p:cNvPr id="333" name="Google Shape;333;p45"/>
          <p:cNvGrpSpPr/>
          <p:nvPr/>
        </p:nvGrpSpPr>
        <p:grpSpPr>
          <a:xfrm>
            <a:off x="8865555" y="1813387"/>
            <a:ext cx="583691" cy="586797"/>
            <a:chOff x="3095745" y="3805393"/>
            <a:chExt cx="352840" cy="354717"/>
          </a:xfrm>
        </p:grpSpPr>
        <p:sp>
          <p:nvSpPr>
            <p:cNvPr id="334" name="Google Shape;334;p45"/>
            <p:cNvSpPr/>
            <p:nvPr/>
          </p:nvSpPr>
          <p:spPr>
            <a:xfrm>
              <a:off x="3095745" y="3805393"/>
              <a:ext cx="272093" cy="271711"/>
            </a:xfrm>
            <a:custGeom>
              <a:avLst/>
              <a:gdLst/>
              <a:ahLst/>
              <a:cxnLst/>
              <a:rect l="l" t="t" r="r" b="b"/>
              <a:pathLst>
                <a:path w="8549" h="8537" extrusionOk="0">
                  <a:moveTo>
                    <a:pt x="4025" y="0"/>
                  </a:moveTo>
                  <a:cubicBezTo>
                    <a:pt x="3763" y="0"/>
                    <a:pt x="3525" y="179"/>
                    <a:pt x="3489" y="441"/>
                  </a:cubicBezTo>
                  <a:lnTo>
                    <a:pt x="3322" y="1262"/>
                  </a:lnTo>
                  <a:cubicBezTo>
                    <a:pt x="3155" y="1322"/>
                    <a:pt x="2977" y="1381"/>
                    <a:pt x="2834" y="1465"/>
                  </a:cubicBezTo>
                  <a:lnTo>
                    <a:pt x="2132" y="1012"/>
                  </a:lnTo>
                  <a:cubicBezTo>
                    <a:pt x="2036" y="947"/>
                    <a:pt x="1929" y="915"/>
                    <a:pt x="1825" y="915"/>
                  </a:cubicBezTo>
                  <a:cubicBezTo>
                    <a:pt x="1683" y="915"/>
                    <a:pt x="1544" y="974"/>
                    <a:pt x="1441" y="1084"/>
                  </a:cubicBezTo>
                  <a:lnTo>
                    <a:pt x="1084" y="1441"/>
                  </a:lnTo>
                  <a:cubicBezTo>
                    <a:pt x="905" y="1619"/>
                    <a:pt x="881" y="1917"/>
                    <a:pt x="1012" y="2119"/>
                  </a:cubicBezTo>
                  <a:lnTo>
                    <a:pt x="1477" y="2822"/>
                  </a:lnTo>
                  <a:cubicBezTo>
                    <a:pt x="1381" y="2989"/>
                    <a:pt x="1322" y="3155"/>
                    <a:pt x="1262" y="3310"/>
                  </a:cubicBezTo>
                  <a:lnTo>
                    <a:pt x="453" y="3477"/>
                  </a:lnTo>
                  <a:cubicBezTo>
                    <a:pt x="191" y="3524"/>
                    <a:pt x="0" y="3763"/>
                    <a:pt x="0" y="4013"/>
                  </a:cubicBezTo>
                  <a:lnTo>
                    <a:pt x="0" y="4525"/>
                  </a:lnTo>
                  <a:cubicBezTo>
                    <a:pt x="0" y="4775"/>
                    <a:pt x="179" y="5013"/>
                    <a:pt x="453" y="5060"/>
                  </a:cubicBezTo>
                  <a:lnTo>
                    <a:pt x="1262" y="5215"/>
                  </a:lnTo>
                  <a:cubicBezTo>
                    <a:pt x="1322" y="5382"/>
                    <a:pt x="1381" y="5560"/>
                    <a:pt x="1477" y="5715"/>
                  </a:cubicBezTo>
                  <a:lnTo>
                    <a:pt x="1012" y="6406"/>
                  </a:lnTo>
                  <a:cubicBezTo>
                    <a:pt x="869" y="6632"/>
                    <a:pt x="893" y="6918"/>
                    <a:pt x="1084" y="7096"/>
                  </a:cubicBezTo>
                  <a:lnTo>
                    <a:pt x="1441" y="7453"/>
                  </a:lnTo>
                  <a:cubicBezTo>
                    <a:pt x="1544" y="7557"/>
                    <a:pt x="1687" y="7608"/>
                    <a:pt x="1830" y="7608"/>
                  </a:cubicBezTo>
                  <a:cubicBezTo>
                    <a:pt x="1935" y="7608"/>
                    <a:pt x="2041" y="7580"/>
                    <a:pt x="2132" y="7525"/>
                  </a:cubicBezTo>
                  <a:lnTo>
                    <a:pt x="2834" y="7061"/>
                  </a:lnTo>
                  <a:cubicBezTo>
                    <a:pt x="2989" y="7156"/>
                    <a:pt x="3155" y="7215"/>
                    <a:pt x="3322" y="7275"/>
                  </a:cubicBezTo>
                  <a:lnTo>
                    <a:pt x="3489" y="8096"/>
                  </a:lnTo>
                  <a:cubicBezTo>
                    <a:pt x="3525" y="8346"/>
                    <a:pt x="3763" y="8537"/>
                    <a:pt x="4025" y="8537"/>
                  </a:cubicBezTo>
                  <a:lnTo>
                    <a:pt x="4525" y="8537"/>
                  </a:lnTo>
                  <a:cubicBezTo>
                    <a:pt x="4775" y="8537"/>
                    <a:pt x="5013" y="8358"/>
                    <a:pt x="5060" y="8096"/>
                  </a:cubicBezTo>
                  <a:lnTo>
                    <a:pt x="5227" y="7275"/>
                  </a:lnTo>
                  <a:cubicBezTo>
                    <a:pt x="5358" y="7227"/>
                    <a:pt x="5489" y="7180"/>
                    <a:pt x="5632" y="7120"/>
                  </a:cubicBezTo>
                  <a:cubicBezTo>
                    <a:pt x="5692" y="7084"/>
                    <a:pt x="5727" y="6977"/>
                    <a:pt x="5692" y="6894"/>
                  </a:cubicBezTo>
                  <a:cubicBezTo>
                    <a:pt x="5655" y="6821"/>
                    <a:pt x="5584" y="6790"/>
                    <a:pt x="5515" y="6790"/>
                  </a:cubicBezTo>
                  <a:cubicBezTo>
                    <a:pt x="5494" y="6790"/>
                    <a:pt x="5473" y="6793"/>
                    <a:pt x="5453" y="6799"/>
                  </a:cubicBezTo>
                  <a:cubicBezTo>
                    <a:pt x="5299" y="6870"/>
                    <a:pt x="5156" y="6918"/>
                    <a:pt x="5001" y="6965"/>
                  </a:cubicBezTo>
                  <a:cubicBezTo>
                    <a:pt x="4941" y="6977"/>
                    <a:pt x="4882" y="7037"/>
                    <a:pt x="4882" y="7096"/>
                  </a:cubicBezTo>
                  <a:lnTo>
                    <a:pt x="4703" y="8025"/>
                  </a:lnTo>
                  <a:cubicBezTo>
                    <a:pt x="4691" y="8108"/>
                    <a:pt x="4596" y="8180"/>
                    <a:pt x="4513" y="8180"/>
                  </a:cubicBezTo>
                  <a:lnTo>
                    <a:pt x="4001" y="8180"/>
                  </a:lnTo>
                  <a:cubicBezTo>
                    <a:pt x="3917" y="8180"/>
                    <a:pt x="3822" y="8120"/>
                    <a:pt x="3810" y="8025"/>
                  </a:cubicBezTo>
                  <a:lnTo>
                    <a:pt x="3632" y="7096"/>
                  </a:lnTo>
                  <a:cubicBezTo>
                    <a:pt x="3620" y="7037"/>
                    <a:pt x="3572" y="6977"/>
                    <a:pt x="3513" y="6965"/>
                  </a:cubicBezTo>
                  <a:cubicBezTo>
                    <a:pt x="3310" y="6906"/>
                    <a:pt x="3096" y="6811"/>
                    <a:pt x="2905" y="6703"/>
                  </a:cubicBezTo>
                  <a:cubicBezTo>
                    <a:pt x="2876" y="6691"/>
                    <a:pt x="2843" y="6686"/>
                    <a:pt x="2812" y="6686"/>
                  </a:cubicBezTo>
                  <a:cubicBezTo>
                    <a:pt x="2780" y="6686"/>
                    <a:pt x="2751" y="6691"/>
                    <a:pt x="2727" y="6703"/>
                  </a:cubicBezTo>
                  <a:lnTo>
                    <a:pt x="1941" y="7227"/>
                  </a:lnTo>
                  <a:cubicBezTo>
                    <a:pt x="1904" y="7249"/>
                    <a:pt x="1864" y="7260"/>
                    <a:pt x="1824" y="7260"/>
                  </a:cubicBezTo>
                  <a:cubicBezTo>
                    <a:pt x="1774" y="7260"/>
                    <a:pt x="1725" y="7243"/>
                    <a:pt x="1679" y="7203"/>
                  </a:cubicBezTo>
                  <a:lnTo>
                    <a:pt x="1322" y="6846"/>
                  </a:lnTo>
                  <a:cubicBezTo>
                    <a:pt x="1262" y="6787"/>
                    <a:pt x="1250" y="6680"/>
                    <a:pt x="1298" y="6584"/>
                  </a:cubicBezTo>
                  <a:lnTo>
                    <a:pt x="1822" y="5799"/>
                  </a:lnTo>
                  <a:cubicBezTo>
                    <a:pt x="1846" y="5739"/>
                    <a:pt x="1858" y="5679"/>
                    <a:pt x="1822" y="5620"/>
                  </a:cubicBezTo>
                  <a:cubicBezTo>
                    <a:pt x="1715" y="5429"/>
                    <a:pt x="1620" y="5215"/>
                    <a:pt x="1560" y="5013"/>
                  </a:cubicBezTo>
                  <a:cubicBezTo>
                    <a:pt x="1548" y="4953"/>
                    <a:pt x="1489" y="4894"/>
                    <a:pt x="1429" y="4894"/>
                  </a:cubicBezTo>
                  <a:lnTo>
                    <a:pt x="512" y="4715"/>
                  </a:lnTo>
                  <a:cubicBezTo>
                    <a:pt x="417" y="4703"/>
                    <a:pt x="346" y="4608"/>
                    <a:pt x="346" y="4525"/>
                  </a:cubicBezTo>
                  <a:lnTo>
                    <a:pt x="346" y="4013"/>
                  </a:lnTo>
                  <a:cubicBezTo>
                    <a:pt x="346" y="3929"/>
                    <a:pt x="405" y="3834"/>
                    <a:pt x="512" y="3822"/>
                  </a:cubicBezTo>
                  <a:lnTo>
                    <a:pt x="1429" y="3643"/>
                  </a:lnTo>
                  <a:cubicBezTo>
                    <a:pt x="1489" y="3632"/>
                    <a:pt x="1548" y="3584"/>
                    <a:pt x="1560" y="3524"/>
                  </a:cubicBezTo>
                  <a:cubicBezTo>
                    <a:pt x="1620" y="3322"/>
                    <a:pt x="1715" y="3108"/>
                    <a:pt x="1822" y="2917"/>
                  </a:cubicBezTo>
                  <a:cubicBezTo>
                    <a:pt x="1846" y="2858"/>
                    <a:pt x="1846" y="2786"/>
                    <a:pt x="1822" y="2739"/>
                  </a:cubicBezTo>
                  <a:lnTo>
                    <a:pt x="1298" y="1941"/>
                  </a:lnTo>
                  <a:cubicBezTo>
                    <a:pt x="1250" y="1869"/>
                    <a:pt x="1250" y="1762"/>
                    <a:pt x="1322" y="1691"/>
                  </a:cubicBezTo>
                  <a:lnTo>
                    <a:pt x="1679" y="1334"/>
                  </a:lnTo>
                  <a:cubicBezTo>
                    <a:pt x="1714" y="1299"/>
                    <a:pt x="1765" y="1280"/>
                    <a:pt x="1820" y="1280"/>
                  </a:cubicBezTo>
                  <a:cubicBezTo>
                    <a:pt x="1859" y="1280"/>
                    <a:pt x="1901" y="1290"/>
                    <a:pt x="1941" y="1310"/>
                  </a:cubicBezTo>
                  <a:lnTo>
                    <a:pt x="2727" y="1822"/>
                  </a:lnTo>
                  <a:cubicBezTo>
                    <a:pt x="2759" y="1841"/>
                    <a:pt x="2791" y="1853"/>
                    <a:pt x="2822" y="1853"/>
                  </a:cubicBezTo>
                  <a:cubicBezTo>
                    <a:pt x="2850" y="1853"/>
                    <a:pt x="2878" y="1844"/>
                    <a:pt x="2905" y="1822"/>
                  </a:cubicBezTo>
                  <a:cubicBezTo>
                    <a:pt x="3096" y="1727"/>
                    <a:pt x="3310" y="1631"/>
                    <a:pt x="3513" y="1572"/>
                  </a:cubicBezTo>
                  <a:cubicBezTo>
                    <a:pt x="3572" y="1560"/>
                    <a:pt x="3632" y="1500"/>
                    <a:pt x="3632" y="1441"/>
                  </a:cubicBezTo>
                  <a:lnTo>
                    <a:pt x="3810" y="512"/>
                  </a:lnTo>
                  <a:cubicBezTo>
                    <a:pt x="3822" y="429"/>
                    <a:pt x="3917" y="357"/>
                    <a:pt x="4001" y="357"/>
                  </a:cubicBezTo>
                  <a:lnTo>
                    <a:pt x="4513" y="357"/>
                  </a:lnTo>
                  <a:cubicBezTo>
                    <a:pt x="4596" y="357"/>
                    <a:pt x="4691" y="417"/>
                    <a:pt x="4703" y="512"/>
                  </a:cubicBezTo>
                  <a:lnTo>
                    <a:pt x="4882" y="1441"/>
                  </a:lnTo>
                  <a:cubicBezTo>
                    <a:pt x="4894" y="1500"/>
                    <a:pt x="4941" y="1560"/>
                    <a:pt x="5001" y="1572"/>
                  </a:cubicBezTo>
                  <a:cubicBezTo>
                    <a:pt x="5215" y="1631"/>
                    <a:pt x="5418" y="1727"/>
                    <a:pt x="5608" y="1822"/>
                  </a:cubicBezTo>
                  <a:cubicBezTo>
                    <a:pt x="5638" y="1840"/>
                    <a:pt x="5674" y="1849"/>
                    <a:pt x="5706" y="1849"/>
                  </a:cubicBezTo>
                  <a:cubicBezTo>
                    <a:pt x="5739" y="1849"/>
                    <a:pt x="5769" y="1840"/>
                    <a:pt x="5787" y="1822"/>
                  </a:cubicBezTo>
                  <a:lnTo>
                    <a:pt x="6584" y="1310"/>
                  </a:lnTo>
                  <a:cubicBezTo>
                    <a:pt x="6617" y="1288"/>
                    <a:pt x="6656" y="1277"/>
                    <a:pt x="6696" y="1277"/>
                  </a:cubicBezTo>
                  <a:cubicBezTo>
                    <a:pt x="6745" y="1277"/>
                    <a:pt x="6795" y="1294"/>
                    <a:pt x="6835" y="1334"/>
                  </a:cubicBezTo>
                  <a:lnTo>
                    <a:pt x="7192" y="1691"/>
                  </a:lnTo>
                  <a:cubicBezTo>
                    <a:pt x="7251" y="1750"/>
                    <a:pt x="7263" y="1858"/>
                    <a:pt x="7216" y="1941"/>
                  </a:cubicBezTo>
                  <a:lnTo>
                    <a:pt x="6704" y="2739"/>
                  </a:lnTo>
                  <a:cubicBezTo>
                    <a:pt x="6668" y="2798"/>
                    <a:pt x="6656" y="2858"/>
                    <a:pt x="6704" y="2917"/>
                  </a:cubicBezTo>
                  <a:cubicBezTo>
                    <a:pt x="6799" y="3108"/>
                    <a:pt x="6894" y="3322"/>
                    <a:pt x="6954" y="3524"/>
                  </a:cubicBezTo>
                  <a:cubicBezTo>
                    <a:pt x="6965" y="3584"/>
                    <a:pt x="7025" y="3643"/>
                    <a:pt x="7085" y="3643"/>
                  </a:cubicBezTo>
                  <a:lnTo>
                    <a:pt x="8013" y="3822"/>
                  </a:lnTo>
                  <a:cubicBezTo>
                    <a:pt x="8097" y="3834"/>
                    <a:pt x="8168" y="3929"/>
                    <a:pt x="8168" y="4013"/>
                  </a:cubicBezTo>
                  <a:lnTo>
                    <a:pt x="8168" y="4525"/>
                  </a:lnTo>
                  <a:cubicBezTo>
                    <a:pt x="8168" y="4608"/>
                    <a:pt x="8108" y="4703"/>
                    <a:pt x="8013" y="4715"/>
                  </a:cubicBezTo>
                  <a:lnTo>
                    <a:pt x="7085" y="4894"/>
                  </a:lnTo>
                  <a:cubicBezTo>
                    <a:pt x="7025" y="4906"/>
                    <a:pt x="6965" y="4953"/>
                    <a:pt x="6954" y="5013"/>
                  </a:cubicBezTo>
                  <a:cubicBezTo>
                    <a:pt x="6906" y="5156"/>
                    <a:pt x="6846" y="5322"/>
                    <a:pt x="6787" y="5477"/>
                  </a:cubicBezTo>
                  <a:cubicBezTo>
                    <a:pt x="6739" y="5560"/>
                    <a:pt x="6787" y="5668"/>
                    <a:pt x="6882" y="5715"/>
                  </a:cubicBezTo>
                  <a:cubicBezTo>
                    <a:pt x="6903" y="5724"/>
                    <a:pt x="6926" y="5729"/>
                    <a:pt x="6949" y="5729"/>
                  </a:cubicBezTo>
                  <a:cubicBezTo>
                    <a:pt x="7016" y="5729"/>
                    <a:pt x="7085" y="5691"/>
                    <a:pt x="7120" y="5620"/>
                  </a:cubicBezTo>
                  <a:cubicBezTo>
                    <a:pt x="7180" y="5489"/>
                    <a:pt x="7239" y="5358"/>
                    <a:pt x="7275" y="5215"/>
                  </a:cubicBezTo>
                  <a:lnTo>
                    <a:pt x="8097" y="5060"/>
                  </a:lnTo>
                  <a:cubicBezTo>
                    <a:pt x="8347" y="5013"/>
                    <a:pt x="8549" y="4775"/>
                    <a:pt x="8549" y="4525"/>
                  </a:cubicBezTo>
                  <a:lnTo>
                    <a:pt x="8549" y="4013"/>
                  </a:lnTo>
                  <a:cubicBezTo>
                    <a:pt x="8549" y="3763"/>
                    <a:pt x="8370" y="3524"/>
                    <a:pt x="8097" y="3477"/>
                  </a:cubicBezTo>
                  <a:lnTo>
                    <a:pt x="7275" y="3310"/>
                  </a:lnTo>
                  <a:cubicBezTo>
                    <a:pt x="7216" y="3155"/>
                    <a:pt x="7156" y="2977"/>
                    <a:pt x="7073" y="2822"/>
                  </a:cubicBezTo>
                  <a:lnTo>
                    <a:pt x="7537" y="2119"/>
                  </a:lnTo>
                  <a:cubicBezTo>
                    <a:pt x="7680" y="1905"/>
                    <a:pt x="7656" y="1619"/>
                    <a:pt x="7454" y="1441"/>
                  </a:cubicBezTo>
                  <a:lnTo>
                    <a:pt x="7096" y="1084"/>
                  </a:lnTo>
                  <a:cubicBezTo>
                    <a:pt x="6992" y="980"/>
                    <a:pt x="6848" y="924"/>
                    <a:pt x="6705" y="924"/>
                  </a:cubicBezTo>
                  <a:cubicBezTo>
                    <a:pt x="6603" y="924"/>
                    <a:pt x="6502" y="953"/>
                    <a:pt x="6418" y="1012"/>
                  </a:cubicBezTo>
                  <a:lnTo>
                    <a:pt x="5715" y="1465"/>
                  </a:lnTo>
                  <a:cubicBezTo>
                    <a:pt x="5549" y="1381"/>
                    <a:pt x="5394" y="1322"/>
                    <a:pt x="5227" y="1262"/>
                  </a:cubicBezTo>
                  <a:lnTo>
                    <a:pt x="5060" y="441"/>
                  </a:lnTo>
                  <a:cubicBezTo>
                    <a:pt x="5013" y="191"/>
                    <a:pt x="4775" y="0"/>
                    <a:pt x="4525" y="0"/>
                  </a:cubicBezTo>
                  <a:close/>
                </a:path>
              </a:pathLst>
            </a:custGeom>
            <a:ln>
              <a:noFill/>
            </a:ln>
          </p:spPr>
          <p:style>
            <a:lnRef idx="0">
              <a:scrgbClr r="0" g="0" b="0"/>
            </a:lnRef>
            <a:fillRef idx="1001">
              <a:schemeClr val="lt1"/>
            </a:fillRef>
            <a:effectRef idx="0">
              <a:scrgbClr r="0" g="0" b="0"/>
            </a:effectRef>
            <a:fontRef idx="major"/>
          </p:style>
          <p:txBody>
            <a:bodyPr spcFirstLastPara="1" wrap="square" lIns="121900" tIns="121900" rIns="121900" bIns="121900" anchor="ctr" anchorCtr="0">
              <a:noAutofit/>
            </a:bodyPr>
            <a:lstStyle/>
            <a:p>
              <a:endParaRPr sz="2400">
                <a:solidFill>
                  <a:schemeClr val="bg1"/>
                </a:solidFill>
              </a:endParaRPr>
            </a:p>
          </p:txBody>
        </p:sp>
        <p:sp>
          <p:nvSpPr>
            <p:cNvPr id="335" name="Google Shape;335;p45"/>
            <p:cNvSpPr/>
            <p:nvPr/>
          </p:nvSpPr>
          <p:spPr>
            <a:xfrm>
              <a:off x="3184798" y="3878883"/>
              <a:ext cx="109550" cy="94018"/>
            </a:xfrm>
            <a:custGeom>
              <a:avLst/>
              <a:gdLst/>
              <a:ahLst/>
              <a:cxnLst/>
              <a:rect l="l" t="t" r="r" b="b"/>
              <a:pathLst>
                <a:path w="3442" h="2954" extrusionOk="0">
                  <a:moveTo>
                    <a:pt x="1465" y="1"/>
                  </a:moveTo>
                  <a:cubicBezTo>
                    <a:pt x="941" y="1"/>
                    <a:pt x="453" y="191"/>
                    <a:pt x="72" y="561"/>
                  </a:cubicBezTo>
                  <a:cubicBezTo>
                    <a:pt x="0" y="632"/>
                    <a:pt x="0" y="739"/>
                    <a:pt x="72" y="811"/>
                  </a:cubicBezTo>
                  <a:cubicBezTo>
                    <a:pt x="113" y="852"/>
                    <a:pt x="158" y="873"/>
                    <a:pt x="203" y="873"/>
                  </a:cubicBezTo>
                  <a:cubicBezTo>
                    <a:pt x="247" y="873"/>
                    <a:pt x="292" y="852"/>
                    <a:pt x="334" y="811"/>
                  </a:cubicBezTo>
                  <a:cubicBezTo>
                    <a:pt x="631" y="513"/>
                    <a:pt x="1024" y="358"/>
                    <a:pt x="1465" y="358"/>
                  </a:cubicBezTo>
                  <a:cubicBezTo>
                    <a:pt x="2358" y="358"/>
                    <a:pt x="3084" y="1084"/>
                    <a:pt x="3084" y="1977"/>
                  </a:cubicBezTo>
                  <a:cubicBezTo>
                    <a:pt x="3084" y="2227"/>
                    <a:pt x="3024" y="2477"/>
                    <a:pt x="2905" y="2716"/>
                  </a:cubicBezTo>
                  <a:cubicBezTo>
                    <a:pt x="2846" y="2799"/>
                    <a:pt x="2894" y="2894"/>
                    <a:pt x="2977" y="2942"/>
                  </a:cubicBezTo>
                  <a:cubicBezTo>
                    <a:pt x="3013" y="2954"/>
                    <a:pt x="3036" y="2954"/>
                    <a:pt x="3048" y="2954"/>
                  </a:cubicBezTo>
                  <a:cubicBezTo>
                    <a:pt x="3108" y="2954"/>
                    <a:pt x="3167" y="2930"/>
                    <a:pt x="3215" y="2870"/>
                  </a:cubicBezTo>
                  <a:cubicBezTo>
                    <a:pt x="3370" y="2585"/>
                    <a:pt x="3441" y="2287"/>
                    <a:pt x="3441" y="1977"/>
                  </a:cubicBezTo>
                  <a:cubicBezTo>
                    <a:pt x="3441" y="894"/>
                    <a:pt x="2560" y="1"/>
                    <a:pt x="1465" y="1"/>
                  </a:cubicBezTo>
                  <a:close/>
                </a:path>
              </a:pathLst>
            </a:custGeom>
            <a:ln>
              <a:noFill/>
            </a:ln>
          </p:spPr>
          <p:style>
            <a:lnRef idx="0">
              <a:scrgbClr r="0" g="0" b="0"/>
            </a:lnRef>
            <a:fillRef idx="1001">
              <a:schemeClr val="lt1"/>
            </a:fillRef>
            <a:effectRef idx="0">
              <a:scrgbClr r="0" g="0" b="0"/>
            </a:effectRef>
            <a:fontRef idx="major"/>
          </p:style>
          <p:txBody>
            <a:bodyPr spcFirstLastPara="1" wrap="square" lIns="121900" tIns="121900" rIns="121900" bIns="121900" anchor="ctr" anchorCtr="0">
              <a:noAutofit/>
            </a:bodyPr>
            <a:lstStyle/>
            <a:p>
              <a:endParaRPr sz="2400">
                <a:solidFill>
                  <a:schemeClr val="bg1"/>
                </a:solidFill>
              </a:endParaRPr>
            </a:p>
          </p:txBody>
        </p:sp>
        <p:sp>
          <p:nvSpPr>
            <p:cNvPr id="336" name="Google Shape;336;p45"/>
            <p:cNvSpPr/>
            <p:nvPr/>
          </p:nvSpPr>
          <p:spPr>
            <a:xfrm>
              <a:off x="3168120" y="3917331"/>
              <a:ext cx="102707" cy="87016"/>
            </a:xfrm>
            <a:custGeom>
              <a:avLst/>
              <a:gdLst/>
              <a:ahLst/>
              <a:cxnLst/>
              <a:rect l="l" t="t" r="r" b="b"/>
              <a:pathLst>
                <a:path w="3227" h="2734" extrusionOk="0">
                  <a:moveTo>
                    <a:pt x="277" y="0"/>
                  </a:moveTo>
                  <a:cubicBezTo>
                    <a:pt x="203" y="0"/>
                    <a:pt x="136" y="38"/>
                    <a:pt x="108" y="115"/>
                  </a:cubicBezTo>
                  <a:cubicBezTo>
                    <a:pt x="36" y="317"/>
                    <a:pt x="0" y="531"/>
                    <a:pt x="0" y="758"/>
                  </a:cubicBezTo>
                  <a:cubicBezTo>
                    <a:pt x="0" y="1841"/>
                    <a:pt x="881" y="2734"/>
                    <a:pt x="1977" y="2734"/>
                  </a:cubicBezTo>
                  <a:cubicBezTo>
                    <a:pt x="2394" y="2734"/>
                    <a:pt x="2798" y="2603"/>
                    <a:pt x="3144" y="2365"/>
                  </a:cubicBezTo>
                  <a:cubicBezTo>
                    <a:pt x="3215" y="2305"/>
                    <a:pt x="3227" y="2198"/>
                    <a:pt x="3191" y="2127"/>
                  </a:cubicBezTo>
                  <a:cubicBezTo>
                    <a:pt x="3162" y="2075"/>
                    <a:pt x="3106" y="2051"/>
                    <a:pt x="3050" y="2051"/>
                  </a:cubicBezTo>
                  <a:cubicBezTo>
                    <a:pt x="3015" y="2051"/>
                    <a:pt x="2981" y="2061"/>
                    <a:pt x="2953" y="2079"/>
                  </a:cubicBezTo>
                  <a:cubicBezTo>
                    <a:pt x="2667" y="2282"/>
                    <a:pt x="2334" y="2389"/>
                    <a:pt x="2001" y="2389"/>
                  </a:cubicBezTo>
                  <a:cubicBezTo>
                    <a:pt x="1108" y="2389"/>
                    <a:pt x="370" y="1662"/>
                    <a:pt x="370" y="769"/>
                  </a:cubicBezTo>
                  <a:cubicBezTo>
                    <a:pt x="370" y="591"/>
                    <a:pt x="405" y="412"/>
                    <a:pt x="465" y="246"/>
                  </a:cubicBezTo>
                  <a:cubicBezTo>
                    <a:pt x="465" y="138"/>
                    <a:pt x="417" y="43"/>
                    <a:pt x="334" y="7"/>
                  </a:cubicBezTo>
                  <a:cubicBezTo>
                    <a:pt x="315" y="3"/>
                    <a:pt x="296" y="0"/>
                    <a:pt x="277" y="0"/>
                  </a:cubicBezTo>
                  <a:close/>
                </a:path>
              </a:pathLst>
            </a:custGeom>
            <a:ln>
              <a:noFill/>
            </a:ln>
          </p:spPr>
          <p:style>
            <a:lnRef idx="0">
              <a:scrgbClr r="0" g="0" b="0"/>
            </a:lnRef>
            <a:fillRef idx="1001">
              <a:schemeClr val="lt1"/>
            </a:fillRef>
            <a:effectRef idx="0">
              <a:scrgbClr r="0" g="0" b="0"/>
            </a:effectRef>
            <a:fontRef idx="major"/>
          </p:style>
          <p:txBody>
            <a:bodyPr spcFirstLastPara="1" wrap="square" lIns="121900" tIns="121900" rIns="121900" bIns="121900" anchor="ctr" anchorCtr="0">
              <a:noAutofit/>
            </a:bodyPr>
            <a:lstStyle/>
            <a:p>
              <a:endParaRPr sz="2400">
                <a:solidFill>
                  <a:schemeClr val="bg1"/>
                </a:solidFill>
              </a:endParaRPr>
            </a:p>
          </p:txBody>
        </p:sp>
        <p:sp>
          <p:nvSpPr>
            <p:cNvPr id="337" name="Google Shape;337;p45"/>
            <p:cNvSpPr/>
            <p:nvPr/>
          </p:nvSpPr>
          <p:spPr>
            <a:xfrm>
              <a:off x="3264749" y="3976275"/>
              <a:ext cx="183836" cy="183836"/>
            </a:xfrm>
            <a:custGeom>
              <a:avLst/>
              <a:gdLst/>
              <a:ahLst/>
              <a:cxnLst/>
              <a:rect l="l" t="t" r="r" b="b"/>
              <a:pathLst>
                <a:path w="5776" h="5776" extrusionOk="0">
                  <a:moveTo>
                    <a:pt x="2739" y="1"/>
                  </a:moveTo>
                  <a:cubicBezTo>
                    <a:pt x="2548" y="1"/>
                    <a:pt x="2370" y="156"/>
                    <a:pt x="2322" y="346"/>
                  </a:cubicBezTo>
                  <a:lnTo>
                    <a:pt x="2215" y="846"/>
                  </a:lnTo>
                  <a:cubicBezTo>
                    <a:pt x="2132" y="882"/>
                    <a:pt x="2036" y="930"/>
                    <a:pt x="1953" y="953"/>
                  </a:cubicBezTo>
                  <a:lnTo>
                    <a:pt x="1525" y="668"/>
                  </a:lnTo>
                  <a:cubicBezTo>
                    <a:pt x="1454" y="627"/>
                    <a:pt x="1372" y="606"/>
                    <a:pt x="1291" y="606"/>
                  </a:cubicBezTo>
                  <a:cubicBezTo>
                    <a:pt x="1181" y="606"/>
                    <a:pt x="1071" y="645"/>
                    <a:pt x="989" y="727"/>
                  </a:cubicBezTo>
                  <a:lnTo>
                    <a:pt x="751" y="965"/>
                  </a:lnTo>
                  <a:cubicBezTo>
                    <a:pt x="620" y="1108"/>
                    <a:pt x="584" y="1322"/>
                    <a:pt x="691" y="1501"/>
                  </a:cubicBezTo>
                  <a:lnTo>
                    <a:pt x="977" y="1942"/>
                  </a:lnTo>
                  <a:cubicBezTo>
                    <a:pt x="917" y="2061"/>
                    <a:pt x="870" y="2180"/>
                    <a:pt x="822" y="2311"/>
                  </a:cubicBezTo>
                  <a:cubicBezTo>
                    <a:pt x="786" y="2394"/>
                    <a:pt x="858" y="2501"/>
                    <a:pt x="941" y="2537"/>
                  </a:cubicBezTo>
                  <a:cubicBezTo>
                    <a:pt x="954" y="2541"/>
                    <a:pt x="967" y="2542"/>
                    <a:pt x="980" y="2542"/>
                  </a:cubicBezTo>
                  <a:cubicBezTo>
                    <a:pt x="1055" y="2542"/>
                    <a:pt x="1137" y="2489"/>
                    <a:pt x="1167" y="2418"/>
                  </a:cubicBezTo>
                  <a:cubicBezTo>
                    <a:pt x="1203" y="2275"/>
                    <a:pt x="1251" y="2144"/>
                    <a:pt x="1322" y="2025"/>
                  </a:cubicBezTo>
                  <a:cubicBezTo>
                    <a:pt x="1358" y="1965"/>
                    <a:pt x="1358" y="1894"/>
                    <a:pt x="1322" y="1846"/>
                  </a:cubicBezTo>
                  <a:lnTo>
                    <a:pt x="989" y="1322"/>
                  </a:lnTo>
                  <a:cubicBezTo>
                    <a:pt x="977" y="1299"/>
                    <a:pt x="977" y="1263"/>
                    <a:pt x="1001" y="1239"/>
                  </a:cubicBezTo>
                  <a:lnTo>
                    <a:pt x="1239" y="1001"/>
                  </a:lnTo>
                  <a:cubicBezTo>
                    <a:pt x="1258" y="981"/>
                    <a:pt x="1274" y="973"/>
                    <a:pt x="1291" y="973"/>
                  </a:cubicBezTo>
                  <a:cubicBezTo>
                    <a:pt x="1304" y="973"/>
                    <a:pt x="1318" y="978"/>
                    <a:pt x="1334" y="989"/>
                  </a:cubicBezTo>
                  <a:lnTo>
                    <a:pt x="1846" y="1322"/>
                  </a:lnTo>
                  <a:cubicBezTo>
                    <a:pt x="1878" y="1342"/>
                    <a:pt x="1910" y="1354"/>
                    <a:pt x="1942" y="1354"/>
                  </a:cubicBezTo>
                  <a:cubicBezTo>
                    <a:pt x="1969" y="1354"/>
                    <a:pt x="1997" y="1345"/>
                    <a:pt x="2025" y="1322"/>
                  </a:cubicBezTo>
                  <a:cubicBezTo>
                    <a:pt x="2144" y="1251"/>
                    <a:pt x="2287" y="1203"/>
                    <a:pt x="2417" y="1156"/>
                  </a:cubicBezTo>
                  <a:cubicBezTo>
                    <a:pt x="2477" y="1144"/>
                    <a:pt x="2537" y="1084"/>
                    <a:pt x="2537" y="1025"/>
                  </a:cubicBezTo>
                  <a:lnTo>
                    <a:pt x="2656" y="418"/>
                  </a:lnTo>
                  <a:cubicBezTo>
                    <a:pt x="2656" y="382"/>
                    <a:pt x="2679" y="358"/>
                    <a:pt x="2727" y="358"/>
                  </a:cubicBezTo>
                  <a:lnTo>
                    <a:pt x="3060" y="358"/>
                  </a:lnTo>
                  <a:cubicBezTo>
                    <a:pt x="3084" y="358"/>
                    <a:pt x="3120" y="394"/>
                    <a:pt x="3132" y="418"/>
                  </a:cubicBezTo>
                  <a:lnTo>
                    <a:pt x="3251" y="1025"/>
                  </a:lnTo>
                  <a:cubicBezTo>
                    <a:pt x="3263" y="1084"/>
                    <a:pt x="3310" y="1144"/>
                    <a:pt x="3370" y="1156"/>
                  </a:cubicBezTo>
                  <a:cubicBezTo>
                    <a:pt x="3501" y="1203"/>
                    <a:pt x="3632" y="1251"/>
                    <a:pt x="3751" y="1322"/>
                  </a:cubicBezTo>
                  <a:cubicBezTo>
                    <a:pt x="3781" y="1340"/>
                    <a:pt x="3816" y="1349"/>
                    <a:pt x="3849" y="1349"/>
                  </a:cubicBezTo>
                  <a:cubicBezTo>
                    <a:pt x="3882" y="1349"/>
                    <a:pt x="3912" y="1340"/>
                    <a:pt x="3930" y="1322"/>
                  </a:cubicBezTo>
                  <a:lnTo>
                    <a:pt x="4453" y="989"/>
                  </a:lnTo>
                  <a:cubicBezTo>
                    <a:pt x="4469" y="978"/>
                    <a:pt x="4483" y="973"/>
                    <a:pt x="4497" y="973"/>
                  </a:cubicBezTo>
                  <a:cubicBezTo>
                    <a:pt x="4513" y="973"/>
                    <a:pt x="4529" y="981"/>
                    <a:pt x="4549" y="1001"/>
                  </a:cubicBezTo>
                  <a:lnTo>
                    <a:pt x="4787" y="1239"/>
                  </a:lnTo>
                  <a:cubicBezTo>
                    <a:pt x="4811" y="1263"/>
                    <a:pt x="4811" y="1299"/>
                    <a:pt x="4799" y="1322"/>
                  </a:cubicBezTo>
                  <a:lnTo>
                    <a:pt x="4453" y="1846"/>
                  </a:lnTo>
                  <a:cubicBezTo>
                    <a:pt x="4430" y="1906"/>
                    <a:pt x="4406" y="1965"/>
                    <a:pt x="4453" y="2025"/>
                  </a:cubicBezTo>
                  <a:cubicBezTo>
                    <a:pt x="4525" y="2144"/>
                    <a:pt x="4573" y="2275"/>
                    <a:pt x="4620" y="2418"/>
                  </a:cubicBezTo>
                  <a:cubicBezTo>
                    <a:pt x="4632" y="2477"/>
                    <a:pt x="4692" y="2537"/>
                    <a:pt x="4751" y="2537"/>
                  </a:cubicBezTo>
                  <a:lnTo>
                    <a:pt x="5358" y="2656"/>
                  </a:lnTo>
                  <a:cubicBezTo>
                    <a:pt x="5394" y="2656"/>
                    <a:pt x="5418" y="2680"/>
                    <a:pt x="5418" y="2727"/>
                  </a:cubicBezTo>
                  <a:lnTo>
                    <a:pt x="5418" y="3049"/>
                  </a:lnTo>
                  <a:cubicBezTo>
                    <a:pt x="5418" y="3085"/>
                    <a:pt x="5394" y="3108"/>
                    <a:pt x="5358" y="3132"/>
                  </a:cubicBezTo>
                  <a:lnTo>
                    <a:pt x="4751" y="3251"/>
                  </a:lnTo>
                  <a:cubicBezTo>
                    <a:pt x="4692" y="3263"/>
                    <a:pt x="4632" y="3311"/>
                    <a:pt x="4620" y="3370"/>
                  </a:cubicBezTo>
                  <a:cubicBezTo>
                    <a:pt x="4573" y="3501"/>
                    <a:pt x="4525" y="3632"/>
                    <a:pt x="4453" y="3751"/>
                  </a:cubicBezTo>
                  <a:cubicBezTo>
                    <a:pt x="4430" y="3811"/>
                    <a:pt x="4430" y="3882"/>
                    <a:pt x="4453" y="3930"/>
                  </a:cubicBezTo>
                  <a:lnTo>
                    <a:pt x="4799" y="4454"/>
                  </a:lnTo>
                  <a:cubicBezTo>
                    <a:pt x="4811" y="4478"/>
                    <a:pt x="4811" y="4513"/>
                    <a:pt x="4787" y="4537"/>
                  </a:cubicBezTo>
                  <a:lnTo>
                    <a:pt x="4549" y="4775"/>
                  </a:lnTo>
                  <a:cubicBezTo>
                    <a:pt x="4526" y="4798"/>
                    <a:pt x="4508" y="4806"/>
                    <a:pt x="4489" y="4806"/>
                  </a:cubicBezTo>
                  <a:cubicBezTo>
                    <a:pt x="4478" y="4806"/>
                    <a:pt x="4467" y="4803"/>
                    <a:pt x="4453" y="4799"/>
                  </a:cubicBezTo>
                  <a:lnTo>
                    <a:pt x="3930" y="4454"/>
                  </a:lnTo>
                  <a:cubicBezTo>
                    <a:pt x="3898" y="4435"/>
                    <a:pt x="3866" y="4422"/>
                    <a:pt x="3834" y="4422"/>
                  </a:cubicBezTo>
                  <a:cubicBezTo>
                    <a:pt x="3806" y="4422"/>
                    <a:pt x="3779" y="4432"/>
                    <a:pt x="3751" y="4454"/>
                  </a:cubicBezTo>
                  <a:cubicBezTo>
                    <a:pt x="3632" y="4525"/>
                    <a:pt x="3501" y="4573"/>
                    <a:pt x="3370" y="4621"/>
                  </a:cubicBezTo>
                  <a:cubicBezTo>
                    <a:pt x="3310" y="4632"/>
                    <a:pt x="3251" y="4692"/>
                    <a:pt x="3251" y="4751"/>
                  </a:cubicBezTo>
                  <a:lnTo>
                    <a:pt x="3132" y="5359"/>
                  </a:lnTo>
                  <a:cubicBezTo>
                    <a:pt x="3132" y="5394"/>
                    <a:pt x="3096" y="5418"/>
                    <a:pt x="3060" y="5418"/>
                  </a:cubicBezTo>
                  <a:lnTo>
                    <a:pt x="2727" y="5418"/>
                  </a:lnTo>
                  <a:cubicBezTo>
                    <a:pt x="2703" y="5418"/>
                    <a:pt x="2668" y="5394"/>
                    <a:pt x="2656" y="5359"/>
                  </a:cubicBezTo>
                  <a:lnTo>
                    <a:pt x="2537" y="4751"/>
                  </a:lnTo>
                  <a:cubicBezTo>
                    <a:pt x="2525" y="4692"/>
                    <a:pt x="2477" y="4632"/>
                    <a:pt x="2417" y="4621"/>
                  </a:cubicBezTo>
                  <a:cubicBezTo>
                    <a:pt x="2287" y="4573"/>
                    <a:pt x="2144" y="4525"/>
                    <a:pt x="2025" y="4454"/>
                  </a:cubicBezTo>
                  <a:cubicBezTo>
                    <a:pt x="1995" y="4436"/>
                    <a:pt x="1962" y="4427"/>
                    <a:pt x="1931" y="4427"/>
                  </a:cubicBezTo>
                  <a:cubicBezTo>
                    <a:pt x="1900" y="4427"/>
                    <a:pt x="1870" y="4436"/>
                    <a:pt x="1846" y="4454"/>
                  </a:cubicBezTo>
                  <a:lnTo>
                    <a:pt x="1334" y="4799"/>
                  </a:lnTo>
                  <a:cubicBezTo>
                    <a:pt x="1321" y="4803"/>
                    <a:pt x="1309" y="4806"/>
                    <a:pt x="1298" y="4806"/>
                  </a:cubicBezTo>
                  <a:cubicBezTo>
                    <a:pt x="1279" y="4806"/>
                    <a:pt x="1261" y="4798"/>
                    <a:pt x="1239" y="4775"/>
                  </a:cubicBezTo>
                  <a:lnTo>
                    <a:pt x="1001" y="4537"/>
                  </a:lnTo>
                  <a:cubicBezTo>
                    <a:pt x="977" y="4513"/>
                    <a:pt x="977" y="4478"/>
                    <a:pt x="989" y="4454"/>
                  </a:cubicBezTo>
                  <a:lnTo>
                    <a:pt x="1322" y="3930"/>
                  </a:lnTo>
                  <a:cubicBezTo>
                    <a:pt x="1358" y="3870"/>
                    <a:pt x="1370" y="3811"/>
                    <a:pt x="1322" y="3751"/>
                  </a:cubicBezTo>
                  <a:cubicBezTo>
                    <a:pt x="1251" y="3632"/>
                    <a:pt x="1215" y="3501"/>
                    <a:pt x="1167" y="3370"/>
                  </a:cubicBezTo>
                  <a:cubicBezTo>
                    <a:pt x="1144" y="3311"/>
                    <a:pt x="1084" y="3251"/>
                    <a:pt x="1024" y="3251"/>
                  </a:cubicBezTo>
                  <a:lnTo>
                    <a:pt x="417" y="3132"/>
                  </a:lnTo>
                  <a:cubicBezTo>
                    <a:pt x="393" y="3132"/>
                    <a:pt x="358" y="3097"/>
                    <a:pt x="358" y="3049"/>
                  </a:cubicBezTo>
                  <a:lnTo>
                    <a:pt x="358" y="2727"/>
                  </a:lnTo>
                  <a:cubicBezTo>
                    <a:pt x="358" y="2692"/>
                    <a:pt x="393" y="2668"/>
                    <a:pt x="417" y="2656"/>
                  </a:cubicBezTo>
                  <a:lnTo>
                    <a:pt x="465" y="2632"/>
                  </a:lnTo>
                  <a:cubicBezTo>
                    <a:pt x="548" y="2620"/>
                    <a:pt x="632" y="2525"/>
                    <a:pt x="596" y="2430"/>
                  </a:cubicBezTo>
                  <a:cubicBezTo>
                    <a:pt x="586" y="2352"/>
                    <a:pt x="520" y="2289"/>
                    <a:pt x="444" y="2289"/>
                  </a:cubicBezTo>
                  <a:cubicBezTo>
                    <a:pt x="428" y="2289"/>
                    <a:pt x="410" y="2292"/>
                    <a:pt x="393" y="2299"/>
                  </a:cubicBezTo>
                  <a:lnTo>
                    <a:pt x="346" y="2311"/>
                  </a:lnTo>
                  <a:cubicBezTo>
                    <a:pt x="155" y="2358"/>
                    <a:pt x="1" y="2513"/>
                    <a:pt x="1" y="2727"/>
                  </a:cubicBezTo>
                  <a:lnTo>
                    <a:pt x="1" y="3049"/>
                  </a:lnTo>
                  <a:cubicBezTo>
                    <a:pt x="1" y="3251"/>
                    <a:pt x="155" y="3430"/>
                    <a:pt x="346" y="3466"/>
                  </a:cubicBezTo>
                  <a:lnTo>
                    <a:pt x="846" y="3573"/>
                  </a:lnTo>
                  <a:cubicBezTo>
                    <a:pt x="882" y="3668"/>
                    <a:pt x="929" y="3751"/>
                    <a:pt x="953" y="3847"/>
                  </a:cubicBezTo>
                  <a:lnTo>
                    <a:pt x="679" y="4275"/>
                  </a:lnTo>
                  <a:cubicBezTo>
                    <a:pt x="572" y="4442"/>
                    <a:pt x="584" y="4656"/>
                    <a:pt x="727" y="4811"/>
                  </a:cubicBezTo>
                  <a:lnTo>
                    <a:pt x="977" y="5049"/>
                  </a:lnTo>
                  <a:cubicBezTo>
                    <a:pt x="1055" y="5127"/>
                    <a:pt x="1163" y="5172"/>
                    <a:pt x="1278" y="5172"/>
                  </a:cubicBezTo>
                  <a:cubicBezTo>
                    <a:pt x="1356" y="5172"/>
                    <a:pt x="1436" y="5152"/>
                    <a:pt x="1513" y="5109"/>
                  </a:cubicBezTo>
                  <a:lnTo>
                    <a:pt x="1941" y="4823"/>
                  </a:lnTo>
                  <a:cubicBezTo>
                    <a:pt x="2025" y="4871"/>
                    <a:pt x="2120" y="4894"/>
                    <a:pt x="2203" y="4930"/>
                  </a:cubicBezTo>
                  <a:lnTo>
                    <a:pt x="2310" y="5430"/>
                  </a:lnTo>
                  <a:cubicBezTo>
                    <a:pt x="2358" y="5633"/>
                    <a:pt x="2513" y="5775"/>
                    <a:pt x="2727" y="5775"/>
                  </a:cubicBezTo>
                  <a:lnTo>
                    <a:pt x="3060" y="5775"/>
                  </a:lnTo>
                  <a:cubicBezTo>
                    <a:pt x="3251" y="5775"/>
                    <a:pt x="3430" y="5633"/>
                    <a:pt x="3465" y="5430"/>
                  </a:cubicBezTo>
                  <a:lnTo>
                    <a:pt x="3572" y="4930"/>
                  </a:lnTo>
                  <a:cubicBezTo>
                    <a:pt x="3668" y="4894"/>
                    <a:pt x="3751" y="4859"/>
                    <a:pt x="3846" y="4823"/>
                  </a:cubicBezTo>
                  <a:lnTo>
                    <a:pt x="4275" y="5109"/>
                  </a:lnTo>
                  <a:cubicBezTo>
                    <a:pt x="4344" y="5153"/>
                    <a:pt x="4422" y="5175"/>
                    <a:pt x="4500" y="5175"/>
                  </a:cubicBezTo>
                  <a:cubicBezTo>
                    <a:pt x="4610" y="5175"/>
                    <a:pt x="4720" y="5132"/>
                    <a:pt x="4811" y="5049"/>
                  </a:cubicBezTo>
                  <a:lnTo>
                    <a:pt x="5049" y="4811"/>
                  </a:lnTo>
                  <a:cubicBezTo>
                    <a:pt x="5180" y="4680"/>
                    <a:pt x="5215" y="4454"/>
                    <a:pt x="5108" y="4275"/>
                  </a:cubicBezTo>
                  <a:lnTo>
                    <a:pt x="4823" y="3847"/>
                  </a:lnTo>
                  <a:cubicBezTo>
                    <a:pt x="4870" y="3751"/>
                    <a:pt x="4894" y="3668"/>
                    <a:pt x="4930" y="3573"/>
                  </a:cubicBezTo>
                  <a:lnTo>
                    <a:pt x="5442" y="3466"/>
                  </a:lnTo>
                  <a:cubicBezTo>
                    <a:pt x="5632" y="3430"/>
                    <a:pt x="5775" y="3263"/>
                    <a:pt x="5775" y="3049"/>
                  </a:cubicBezTo>
                  <a:lnTo>
                    <a:pt x="5775" y="2727"/>
                  </a:lnTo>
                  <a:cubicBezTo>
                    <a:pt x="5775" y="2513"/>
                    <a:pt x="5644" y="2358"/>
                    <a:pt x="5454" y="2311"/>
                  </a:cubicBezTo>
                  <a:lnTo>
                    <a:pt x="4942" y="2204"/>
                  </a:lnTo>
                  <a:cubicBezTo>
                    <a:pt x="4918" y="2120"/>
                    <a:pt x="4870" y="2025"/>
                    <a:pt x="4846" y="1942"/>
                  </a:cubicBezTo>
                  <a:lnTo>
                    <a:pt x="5120" y="1501"/>
                  </a:lnTo>
                  <a:cubicBezTo>
                    <a:pt x="5227" y="1346"/>
                    <a:pt x="5215" y="1120"/>
                    <a:pt x="5061" y="965"/>
                  </a:cubicBezTo>
                  <a:lnTo>
                    <a:pt x="4823" y="727"/>
                  </a:lnTo>
                  <a:cubicBezTo>
                    <a:pt x="4745" y="650"/>
                    <a:pt x="4634" y="610"/>
                    <a:pt x="4520" y="610"/>
                  </a:cubicBezTo>
                  <a:cubicBezTo>
                    <a:pt x="4441" y="610"/>
                    <a:pt x="4360" y="629"/>
                    <a:pt x="4287" y="668"/>
                  </a:cubicBezTo>
                  <a:lnTo>
                    <a:pt x="3858" y="953"/>
                  </a:lnTo>
                  <a:cubicBezTo>
                    <a:pt x="3763" y="906"/>
                    <a:pt x="3680" y="882"/>
                    <a:pt x="3596" y="846"/>
                  </a:cubicBezTo>
                  <a:lnTo>
                    <a:pt x="3489" y="346"/>
                  </a:lnTo>
                  <a:cubicBezTo>
                    <a:pt x="3441" y="156"/>
                    <a:pt x="3275" y="1"/>
                    <a:pt x="3072" y="1"/>
                  </a:cubicBezTo>
                  <a:close/>
                </a:path>
              </a:pathLst>
            </a:custGeom>
            <a:ln>
              <a:noFill/>
            </a:ln>
          </p:spPr>
          <p:style>
            <a:lnRef idx="0">
              <a:scrgbClr r="0" g="0" b="0"/>
            </a:lnRef>
            <a:fillRef idx="1001">
              <a:schemeClr val="lt1"/>
            </a:fillRef>
            <a:effectRef idx="0">
              <a:scrgbClr r="0" g="0" b="0"/>
            </a:effectRef>
            <a:fontRef idx="major"/>
          </p:style>
          <p:txBody>
            <a:bodyPr spcFirstLastPara="1" wrap="square" lIns="121900" tIns="121900" rIns="121900" bIns="121900" anchor="ctr" anchorCtr="0">
              <a:noAutofit/>
            </a:bodyPr>
            <a:lstStyle/>
            <a:p>
              <a:endParaRPr sz="2400">
                <a:solidFill>
                  <a:schemeClr val="bg1"/>
                </a:solidFill>
              </a:endParaRPr>
            </a:p>
          </p:txBody>
        </p:sp>
        <p:sp>
          <p:nvSpPr>
            <p:cNvPr id="338" name="Google Shape;338;p45"/>
            <p:cNvSpPr/>
            <p:nvPr/>
          </p:nvSpPr>
          <p:spPr>
            <a:xfrm>
              <a:off x="3326526" y="4036907"/>
              <a:ext cx="62541" cy="62573"/>
            </a:xfrm>
            <a:custGeom>
              <a:avLst/>
              <a:gdLst/>
              <a:ahLst/>
              <a:cxnLst/>
              <a:rect l="l" t="t" r="r" b="b"/>
              <a:pathLst>
                <a:path w="1965" h="1966" extrusionOk="0">
                  <a:moveTo>
                    <a:pt x="977" y="1"/>
                  </a:moveTo>
                  <a:cubicBezTo>
                    <a:pt x="441" y="1"/>
                    <a:pt x="0" y="453"/>
                    <a:pt x="0" y="989"/>
                  </a:cubicBezTo>
                  <a:cubicBezTo>
                    <a:pt x="0" y="1525"/>
                    <a:pt x="441" y="1965"/>
                    <a:pt x="977" y="1965"/>
                  </a:cubicBezTo>
                  <a:cubicBezTo>
                    <a:pt x="1203" y="1965"/>
                    <a:pt x="1417" y="1894"/>
                    <a:pt x="1572" y="1763"/>
                  </a:cubicBezTo>
                  <a:cubicBezTo>
                    <a:pt x="1655" y="1703"/>
                    <a:pt x="1667" y="1596"/>
                    <a:pt x="1608" y="1501"/>
                  </a:cubicBezTo>
                  <a:cubicBezTo>
                    <a:pt x="1574" y="1461"/>
                    <a:pt x="1525" y="1439"/>
                    <a:pt x="1473" y="1439"/>
                  </a:cubicBezTo>
                  <a:cubicBezTo>
                    <a:pt x="1434" y="1439"/>
                    <a:pt x="1394" y="1452"/>
                    <a:pt x="1358" y="1477"/>
                  </a:cubicBezTo>
                  <a:cubicBezTo>
                    <a:pt x="1250" y="1561"/>
                    <a:pt x="1119" y="1608"/>
                    <a:pt x="965" y="1608"/>
                  </a:cubicBezTo>
                  <a:cubicBezTo>
                    <a:pt x="619" y="1608"/>
                    <a:pt x="346" y="1322"/>
                    <a:pt x="346" y="977"/>
                  </a:cubicBezTo>
                  <a:cubicBezTo>
                    <a:pt x="346" y="644"/>
                    <a:pt x="619" y="358"/>
                    <a:pt x="977" y="358"/>
                  </a:cubicBezTo>
                  <a:cubicBezTo>
                    <a:pt x="1322" y="358"/>
                    <a:pt x="1608" y="644"/>
                    <a:pt x="1608" y="989"/>
                  </a:cubicBezTo>
                  <a:cubicBezTo>
                    <a:pt x="1608" y="1084"/>
                    <a:pt x="1679" y="1168"/>
                    <a:pt x="1786" y="1168"/>
                  </a:cubicBezTo>
                  <a:cubicBezTo>
                    <a:pt x="1893" y="1168"/>
                    <a:pt x="1965" y="1084"/>
                    <a:pt x="1965" y="989"/>
                  </a:cubicBezTo>
                  <a:cubicBezTo>
                    <a:pt x="1965" y="453"/>
                    <a:pt x="1512" y="1"/>
                    <a:pt x="977" y="1"/>
                  </a:cubicBezTo>
                  <a:close/>
                </a:path>
              </a:pathLst>
            </a:custGeom>
            <a:ln>
              <a:noFill/>
            </a:ln>
          </p:spPr>
          <p:style>
            <a:lnRef idx="0">
              <a:scrgbClr r="0" g="0" b="0"/>
            </a:lnRef>
            <a:fillRef idx="1001">
              <a:schemeClr val="lt1"/>
            </a:fillRef>
            <a:effectRef idx="0">
              <a:scrgbClr r="0" g="0" b="0"/>
            </a:effectRef>
            <a:fontRef idx="major"/>
          </p:style>
          <p:txBody>
            <a:bodyPr spcFirstLastPara="1" wrap="square" lIns="121900" tIns="121900" rIns="121900" bIns="121900" anchor="ctr" anchorCtr="0">
              <a:noAutofit/>
            </a:bodyPr>
            <a:lstStyle/>
            <a:p>
              <a:endParaRPr sz="2400">
                <a:solidFill>
                  <a:schemeClr val="bg1"/>
                </a:solidFill>
              </a:endParaRPr>
            </a:p>
          </p:txBody>
        </p:sp>
        <p:sp>
          <p:nvSpPr>
            <p:cNvPr id="339" name="Google Shape;339;p45"/>
            <p:cNvSpPr/>
            <p:nvPr/>
          </p:nvSpPr>
          <p:spPr>
            <a:xfrm>
              <a:off x="3196542" y="3907687"/>
              <a:ext cx="68238" cy="68238"/>
            </a:xfrm>
            <a:custGeom>
              <a:avLst/>
              <a:gdLst/>
              <a:ahLst/>
              <a:cxnLst/>
              <a:rect l="l" t="t" r="r" b="b"/>
              <a:pathLst>
                <a:path w="2144" h="2144" extrusionOk="0">
                  <a:moveTo>
                    <a:pt x="1072" y="358"/>
                  </a:moveTo>
                  <a:cubicBezTo>
                    <a:pt x="1477" y="358"/>
                    <a:pt x="1786" y="680"/>
                    <a:pt x="1786" y="1072"/>
                  </a:cubicBezTo>
                  <a:cubicBezTo>
                    <a:pt x="1786" y="1477"/>
                    <a:pt x="1465" y="1787"/>
                    <a:pt x="1072" y="1787"/>
                  </a:cubicBezTo>
                  <a:cubicBezTo>
                    <a:pt x="691" y="1787"/>
                    <a:pt x="358" y="1453"/>
                    <a:pt x="358" y="1072"/>
                  </a:cubicBezTo>
                  <a:cubicBezTo>
                    <a:pt x="358" y="668"/>
                    <a:pt x="691" y="358"/>
                    <a:pt x="1072" y="358"/>
                  </a:cubicBezTo>
                  <a:close/>
                  <a:moveTo>
                    <a:pt x="1072" y="1"/>
                  </a:moveTo>
                  <a:cubicBezTo>
                    <a:pt x="477" y="1"/>
                    <a:pt x="0" y="477"/>
                    <a:pt x="0" y="1072"/>
                  </a:cubicBezTo>
                  <a:cubicBezTo>
                    <a:pt x="0" y="1668"/>
                    <a:pt x="477" y="2144"/>
                    <a:pt x="1072" y="2144"/>
                  </a:cubicBezTo>
                  <a:cubicBezTo>
                    <a:pt x="1667" y="2144"/>
                    <a:pt x="2144" y="1656"/>
                    <a:pt x="2144" y="1072"/>
                  </a:cubicBezTo>
                  <a:cubicBezTo>
                    <a:pt x="2144" y="477"/>
                    <a:pt x="1667" y="1"/>
                    <a:pt x="1072" y="1"/>
                  </a:cubicBezTo>
                  <a:close/>
                </a:path>
              </a:pathLst>
            </a:custGeom>
            <a:ln>
              <a:noFill/>
            </a:ln>
          </p:spPr>
          <p:style>
            <a:lnRef idx="0">
              <a:scrgbClr r="0" g="0" b="0"/>
            </a:lnRef>
            <a:fillRef idx="1001">
              <a:schemeClr val="lt1"/>
            </a:fillRef>
            <a:effectRef idx="0">
              <a:scrgbClr r="0" g="0" b="0"/>
            </a:effectRef>
            <a:fontRef idx="major"/>
          </p:style>
          <p:txBody>
            <a:bodyPr spcFirstLastPara="1" wrap="square" lIns="121900" tIns="121900" rIns="121900" bIns="121900" anchor="ctr" anchorCtr="0">
              <a:noAutofit/>
            </a:bodyPr>
            <a:lstStyle/>
            <a:p>
              <a:endParaRPr sz="2400">
                <a:solidFill>
                  <a:schemeClr val="bg1"/>
                </a:solidFill>
              </a:endParaRPr>
            </a:p>
          </p:txBody>
        </p:sp>
      </p:grpSp>
      <p:grpSp>
        <p:nvGrpSpPr>
          <p:cNvPr id="340" name="Google Shape;340;p45"/>
          <p:cNvGrpSpPr/>
          <p:nvPr/>
        </p:nvGrpSpPr>
        <p:grpSpPr>
          <a:xfrm>
            <a:off x="1658013" y="1964265"/>
            <a:ext cx="583681" cy="408939"/>
            <a:chOff x="4048787" y="2977019"/>
            <a:chExt cx="283488" cy="198604"/>
          </a:xfrm>
        </p:grpSpPr>
        <p:sp>
          <p:nvSpPr>
            <p:cNvPr id="341" name="Google Shape;341;p45"/>
            <p:cNvSpPr/>
            <p:nvPr/>
          </p:nvSpPr>
          <p:spPr>
            <a:xfrm>
              <a:off x="4277659" y="3015880"/>
              <a:ext cx="25048" cy="19128"/>
            </a:xfrm>
            <a:custGeom>
              <a:avLst/>
              <a:gdLst/>
              <a:ahLst/>
              <a:cxnLst/>
              <a:rect l="l" t="t" r="r" b="b"/>
              <a:pathLst>
                <a:path w="787" h="601" extrusionOk="0">
                  <a:moveTo>
                    <a:pt x="157" y="1"/>
                  </a:moveTo>
                  <a:cubicBezTo>
                    <a:pt x="113" y="1"/>
                    <a:pt x="70" y="22"/>
                    <a:pt x="49" y="65"/>
                  </a:cubicBezTo>
                  <a:cubicBezTo>
                    <a:pt x="1" y="125"/>
                    <a:pt x="13" y="220"/>
                    <a:pt x="84" y="256"/>
                  </a:cubicBezTo>
                  <a:cubicBezTo>
                    <a:pt x="239" y="363"/>
                    <a:pt x="382" y="470"/>
                    <a:pt x="549" y="577"/>
                  </a:cubicBezTo>
                  <a:cubicBezTo>
                    <a:pt x="584" y="589"/>
                    <a:pt x="608" y="601"/>
                    <a:pt x="620" y="601"/>
                  </a:cubicBezTo>
                  <a:cubicBezTo>
                    <a:pt x="668" y="601"/>
                    <a:pt x="715" y="589"/>
                    <a:pt x="739" y="541"/>
                  </a:cubicBezTo>
                  <a:cubicBezTo>
                    <a:pt x="787" y="482"/>
                    <a:pt x="775" y="398"/>
                    <a:pt x="703" y="351"/>
                  </a:cubicBezTo>
                  <a:cubicBezTo>
                    <a:pt x="537" y="232"/>
                    <a:pt x="382" y="125"/>
                    <a:pt x="239" y="29"/>
                  </a:cubicBezTo>
                  <a:cubicBezTo>
                    <a:pt x="215" y="10"/>
                    <a:pt x="186" y="1"/>
                    <a:pt x="157" y="1"/>
                  </a:cubicBezTo>
                  <a:close/>
                </a:path>
              </a:pathLst>
            </a:custGeom>
            <a:ln>
              <a:noFill/>
            </a:ln>
          </p:spPr>
          <p:style>
            <a:lnRef idx="0">
              <a:scrgbClr r="0" g="0" b="0"/>
            </a:lnRef>
            <a:fillRef idx="1003">
              <a:schemeClr val="lt1"/>
            </a:fillRef>
            <a:effectRef idx="0">
              <a:scrgbClr r="0" g="0" b="0"/>
            </a:effectRef>
            <a:fontRef idx="major"/>
          </p:style>
          <p:txBody>
            <a:bodyPr spcFirstLastPara="1" wrap="square" lIns="121900" tIns="121900" rIns="121900" bIns="121900" anchor="ctr" anchorCtr="0">
              <a:noAutofit/>
            </a:bodyPr>
            <a:lstStyle/>
            <a:p>
              <a:endParaRPr sz="2400">
                <a:solidFill>
                  <a:schemeClr val="bg1"/>
                </a:solidFill>
              </a:endParaRPr>
            </a:p>
          </p:txBody>
        </p:sp>
        <p:sp>
          <p:nvSpPr>
            <p:cNvPr id="342" name="Google Shape;342;p45"/>
            <p:cNvSpPr/>
            <p:nvPr/>
          </p:nvSpPr>
          <p:spPr>
            <a:xfrm>
              <a:off x="4101462" y="2977019"/>
              <a:ext cx="165630" cy="42458"/>
            </a:xfrm>
            <a:custGeom>
              <a:avLst/>
              <a:gdLst/>
              <a:ahLst/>
              <a:cxnLst/>
              <a:rect l="l" t="t" r="r" b="b"/>
              <a:pathLst>
                <a:path w="5204" h="1334" extrusionOk="0">
                  <a:moveTo>
                    <a:pt x="2810" y="0"/>
                  </a:moveTo>
                  <a:cubicBezTo>
                    <a:pt x="2132" y="0"/>
                    <a:pt x="1239" y="357"/>
                    <a:pt x="84" y="1084"/>
                  </a:cubicBezTo>
                  <a:cubicBezTo>
                    <a:pt x="24" y="1119"/>
                    <a:pt x="1" y="1215"/>
                    <a:pt x="48" y="1274"/>
                  </a:cubicBezTo>
                  <a:cubicBezTo>
                    <a:pt x="72" y="1322"/>
                    <a:pt x="120" y="1334"/>
                    <a:pt x="167" y="1334"/>
                  </a:cubicBezTo>
                  <a:cubicBezTo>
                    <a:pt x="191" y="1334"/>
                    <a:pt x="203" y="1334"/>
                    <a:pt x="239" y="1322"/>
                  </a:cubicBezTo>
                  <a:cubicBezTo>
                    <a:pt x="1334" y="619"/>
                    <a:pt x="2167" y="274"/>
                    <a:pt x="2798" y="274"/>
                  </a:cubicBezTo>
                  <a:cubicBezTo>
                    <a:pt x="3346" y="274"/>
                    <a:pt x="4061" y="524"/>
                    <a:pt x="4965" y="1060"/>
                  </a:cubicBezTo>
                  <a:cubicBezTo>
                    <a:pt x="4987" y="1077"/>
                    <a:pt x="5014" y="1085"/>
                    <a:pt x="5041" y="1085"/>
                  </a:cubicBezTo>
                  <a:cubicBezTo>
                    <a:pt x="5088" y="1085"/>
                    <a:pt x="5138" y="1062"/>
                    <a:pt x="5168" y="1024"/>
                  </a:cubicBezTo>
                  <a:cubicBezTo>
                    <a:pt x="5204" y="953"/>
                    <a:pt x="5180" y="869"/>
                    <a:pt x="5120" y="834"/>
                  </a:cubicBezTo>
                  <a:cubicBezTo>
                    <a:pt x="4168" y="262"/>
                    <a:pt x="3406" y="0"/>
                    <a:pt x="2810" y="0"/>
                  </a:cubicBezTo>
                  <a:close/>
                </a:path>
              </a:pathLst>
            </a:custGeom>
            <a:ln>
              <a:noFill/>
            </a:ln>
          </p:spPr>
          <p:style>
            <a:lnRef idx="0">
              <a:scrgbClr r="0" g="0" b="0"/>
            </a:lnRef>
            <a:fillRef idx="1003">
              <a:schemeClr val="lt1"/>
            </a:fillRef>
            <a:effectRef idx="0">
              <a:scrgbClr r="0" g="0" b="0"/>
            </a:effectRef>
            <a:fontRef idx="major"/>
          </p:style>
          <p:txBody>
            <a:bodyPr spcFirstLastPara="1" wrap="square" lIns="121900" tIns="121900" rIns="121900" bIns="121900" anchor="ctr" anchorCtr="0">
              <a:noAutofit/>
            </a:bodyPr>
            <a:lstStyle/>
            <a:p>
              <a:endParaRPr sz="2400">
                <a:solidFill>
                  <a:schemeClr val="bg1"/>
                </a:solidFill>
              </a:endParaRPr>
            </a:p>
          </p:txBody>
        </p:sp>
        <p:sp>
          <p:nvSpPr>
            <p:cNvPr id="343" name="Google Shape;343;p45"/>
            <p:cNvSpPr/>
            <p:nvPr/>
          </p:nvSpPr>
          <p:spPr>
            <a:xfrm>
              <a:off x="4048787" y="3000508"/>
              <a:ext cx="283488" cy="175115"/>
            </a:xfrm>
            <a:custGeom>
              <a:avLst/>
              <a:gdLst/>
              <a:ahLst/>
              <a:cxnLst/>
              <a:rect l="l" t="t" r="r" b="b"/>
              <a:pathLst>
                <a:path w="8907" h="5502" extrusionOk="0">
                  <a:moveTo>
                    <a:pt x="4453" y="286"/>
                  </a:moveTo>
                  <a:cubicBezTo>
                    <a:pt x="5596" y="286"/>
                    <a:pt x="7894" y="2072"/>
                    <a:pt x="8561" y="2620"/>
                  </a:cubicBezTo>
                  <a:cubicBezTo>
                    <a:pt x="8609" y="2655"/>
                    <a:pt x="8621" y="2691"/>
                    <a:pt x="8621" y="2751"/>
                  </a:cubicBezTo>
                  <a:cubicBezTo>
                    <a:pt x="8621" y="2810"/>
                    <a:pt x="8609" y="2858"/>
                    <a:pt x="8561" y="2894"/>
                  </a:cubicBezTo>
                  <a:cubicBezTo>
                    <a:pt x="7894" y="3441"/>
                    <a:pt x="5596" y="5227"/>
                    <a:pt x="4453" y="5227"/>
                  </a:cubicBezTo>
                  <a:cubicBezTo>
                    <a:pt x="3310" y="5227"/>
                    <a:pt x="1013" y="3441"/>
                    <a:pt x="346" y="2894"/>
                  </a:cubicBezTo>
                  <a:cubicBezTo>
                    <a:pt x="298" y="2858"/>
                    <a:pt x="286" y="2810"/>
                    <a:pt x="286" y="2751"/>
                  </a:cubicBezTo>
                  <a:cubicBezTo>
                    <a:pt x="286" y="2691"/>
                    <a:pt x="310" y="2655"/>
                    <a:pt x="346" y="2620"/>
                  </a:cubicBezTo>
                  <a:cubicBezTo>
                    <a:pt x="1013" y="2072"/>
                    <a:pt x="3310" y="286"/>
                    <a:pt x="4453" y="286"/>
                  </a:cubicBezTo>
                  <a:close/>
                  <a:moveTo>
                    <a:pt x="4453" y="0"/>
                  </a:moveTo>
                  <a:cubicBezTo>
                    <a:pt x="3251" y="0"/>
                    <a:pt x="1060" y="1679"/>
                    <a:pt x="167" y="2405"/>
                  </a:cubicBezTo>
                  <a:cubicBezTo>
                    <a:pt x="60" y="2501"/>
                    <a:pt x="1" y="2620"/>
                    <a:pt x="1" y="2751"/>
                  </a:cubicBezTo>
                  <a:cubicBezTo>
                    <a:pt x="1" y="2882"/>
                    <a:pt x="60" y="3025"/>
                    <a:pt x="167" y="3096"/>
                  </a:cubicBezTo>
                  <a:cubicBezTo>
                    <a:pt x="1060" y="3822"/>
                    <a:pt x="3251" y="5501"/>
                    <a:pt x="4453" y="5501"/>
                  </a:cubicBezTo>
                  <a:cubicBezTo>
                    <a:pt x="5656" y="5501"/>
                    <a:pt x="7847" y="3822"/>
                    <a:pt x="8740" y="3096"/>
                  </a:cubicBezTo>
                  <a:cubicBezTo>
                    <a:pt x="8847" y="3001"/>
                    <a:pt x="8906" y="2882"/>
                    <a:pt x="8906" y="2751"/>
                  </a:cubicBezTo>
                  <a:cubicBezTo>
                    <a:pt x="8906" y="2620"/>
                    <a:pt x="8847" y="2501"/>
                    <a:pt x="8740" y="2405"/>
                  </a:cubicBezTo>
                  <a:cubicBezTo>
                    <a:pt x="7847" y="1679"/>
                    <a:pt x="5656" y="0"/>
                    <a:pt x="4453" y="0"/>
                  </a:cubicBezTo>
                  <a:close/>
                </a:path>
              </a:pathLst>
            </a:custGeom>
            <a:ln>
              <a:noFill/>
            </a:ln>
          </p:spPr>
          <p:style>
            <a:lnRef idx="0">
              <a:scrgbClr r="0" g="0" b="0"/>
            </a:lnRef>
            <a:fillRef idx="1003">
              <a:schemeClr val="lt1"/>
            </a:fillRef>
            <a:effectRef idx="0">
              <a:scrgbClr r="0" g="0" b="0"/>
            </a:effectRef>
            <a:fontRef idx="major"/>
          </p:style>
          <p:txBody>
            <a:bodyPr spcFirstLastPara="1" wrap="square" lIns="121900" tIns="121900" rIns="121900" bIns="121900" anchor="ctr" anchorCtr="0">
              <a:noAutofit/>
            </a:bodyPr>
            <a:lstStyle/>
            <a:p>
              <a:endParaRPr sz="2400">
                <a:solidFill>
                  <a:schemeClr val="bg1"/>
                </a:solidFill>
              </a:endParaRPr>
            </a:p>
          </p:txBody>
        </p:sp>
        <p:sp>
          <p:nvSpPr>
            <p:cNvPr id="344" name="Google Shape;344;p45"/>
            <p:cNvSpPr/>
            <p:nvPr/>
          </p:nvSpPr>
          <p:spPr>
            <a:xfrm>
              <a:off x="4126478" y="3024347"/>
              <a:ext cx="129220" cy="127437"/>
            </a:xfrm>
            <a:custGeom>
              <a:avLst/>
              <a:gdLst/>
              <a:ahLst/>
              <a:cxnLst/>
              <a:rect l="l" t="t" r="r" b="b"/>
              <a:pathLst>
                <a:path w="4060" h="4004" extrusionOk="0">
                  <a:moveTo>
                    <a:pt x="2016" y="0"/>
                  </a:moveTo>
                  <a:cubicBezTo>
                    <a:pt x="1995" y="0"/>
                    <a:pt x="1974" y="1"/>
                    <a:pt x="1953" y="1"/>
                  </a:cubicBezTo>
                  <a:cubicBezTo>
                    <a:pt x="893" y="25"/>
                    <a:pt x="48" y="894"/>
                    <a:pt x="12" y="1930"/>
                  </a:cubicBezTo>
                  <a:cubicBezTo>
                    <a:pt x="0" y="2454"/>
                    <a:pt x="179" y="2942"/>
                    <a:pt x="512" y="3299"/>
                  </a:cubicBezTo>
                  <a:cubicBezTo>
                    <a:pt x="542" y="3329"/>
                    <a:pt x="578" y="3344"/>
                    <a:pt x="613" y="3344"/>
                  </a:cubicBezTo>
                  <a:cubicBezTo>
                    <a:pt x="649" y="3344"/>
                    <a:pt x="685" y="3329"/>
                    <a:pt x="715" y="3299"/>
                  </a:cubicBezTo>
                  <a:cubicBezTo>
                    <a:pt x="762" y="3252"/>
                    <a:pt x="774" y="3169"/>
                    <a:pt x="715" y="3109"/>
                  </a:cubicBezTo>
                  <a:cubicBezTo>
                    <a:pt x="429" y="2776"/>
                    <a:pt x="286" y="2359"/>
                    <a:pt x="298" y="1906"/>
                  </a:cubicBezTo>
                  <a:cubicBezTo>
                    <a:pt x="346" y="1025"/>
                    <a:pt x="1060" y="299"/>
                    <a:pt x="1941" y="263"/>
                  </a:cubicBezTo>
                  <a:cubicBezTo>
                    <a:pt x="1969" y="262"/>
                    <a:pt x="1996" y="261"/>
                    <a:pt x="2024" y="261"/>
                  </a:cubicBezTo>
                  <a:cubicBezTo>
                    <a:pt x="2975" y="261"/>
                    <a:pt x="3762" y="1053"/>
                    <a:pt x="3739" y="2026"/>
                  </a:cubicBezTo>
                  <a:cubicBezTo>
                    <a:pt x="3727" y="2930"/>
                    <a:pt x="2977" y="3692"/>
                    <a:pt x="2072" y="3716"/>
                  </a:cubicBezTo>
                  <a:cubicBezTo>
                    <a:pt x="2050" y="3717"/>
                    <a:pt x="2027" y="3717"/>
                    <a:pt x="2005" y="3717"/>
                  </a:cubicBezTo>
                  <a:cubicBezTo>
                    <a:pt x="1717" y="3717"/>
                    <a:pt x="1423" y="3646"/>
                    <a:pt x="1191" y="3514"/>
                  </a:cubicBezTo>
                  <a:cubicBezTo>
                    <a:pt x="1167" y="3500"/>
                    <a:pt x="1144" y="3493"/>
                    <a:pt x="1121" y="3493"/>
                  </a:cubicBezTo>
                  <a:cubicBezTo>
                    <a:pt x="1086" y="3493"/>
                    <a:pt x="1053" y="3509"/>
                    <a:pt x="1024" y="3538"/>
                  </a:cubicBezTo>
                  <a:cubicBezTo>
                    <a:pt x="965" y="3597"/>
                    <a:pt x="989" y="3716"/>
                    <a:pt x="1060" y="3764"/>
                  </a:cubicBezTo>
                  <a:cubicBezTo>
                    <a:pt x="1339" y="3920"/>
                    <a:pt x="1660" y="4003"/>
                    <a:pt x="1993" y="4003"/>
                  </a:cubicBezTo>
                  <a:cubicBezTo>
                    <a:pt x="2015" y="4003"/>
                    <a:pt x="2038" y="4003"/>
                    <a:pt x="2060" y="4002"/>
                  </a:cubicBezTo>
                  <a:cubicBezTo>
                    <a:pt x="3108" y="3966"/>
                    <a:pt x="3989" y="3121"/>
                    <a:pt x="4025" y="2061"/>
                  </a:cubicBezTo>
                  <a:cubicBezTo>
                    <a:pt x="4060" y="939"/>
                    <a:pt x="3142" y="0"/>
                    <a:pt x="2016" y="0"/>
                  </a:cubicBezTo>
                  <a:close/>
                </a:path>
              </a:pathLst>
            </a:custGeom>
            <a:ln>
              <a:noFill/>
            </a:ln>
          </p:spPr>
          <p:style>
            <a:lnRef idx="0">
              <a:scrgbClr r="0" g="0" b="0"/>
            </a:lnRef>
            <a:fillRef idx="1003">
              <a:schemeClr val="lt1"/>
            </a:fillRef>
            <a:effectRef idx="0">
              <a:scrgbClr r="0" g="0" b="0"/>
            </a:effectRef>
            <a:fontRef idx="major"/>
          </p:style>
          <p:txBody>
            <a:bodyPr spcFirstLastPara="1" wrap="square" lIns="121900" tIns="121900" rIns="121900" bIns="121900" anchor="ctr" anchorCtr="0">
              <a:noAutofit/>
            </a:bodyPr>
            <a:lstStyle/>
            <a:p>
              <a:endParaRPr sz="2400" dirty="0">
                <a:solidFill>
                  <a:schemeClr val="bg1"/>
                </a:solidFill>
              </a:endParaRPr>
            </a:p>
          </p:txBody>
        </p:sp>
        <p:sp>
          <p:nvSpPr>
            <p:cNvPr id="345" name="Google Shape;345;p45"/>
            <p:cNvSpPr/>
            <p:nvPr/>
          </p:nvSpPr>
          <p:spPr>
            <a:xfrm>
              <a:off x="4156778" y="3054678"/>
              <a:ext cx="68238" cy="68270"/>
            </a:xfrm>
            <a:custGeom>
              <a:avLst/>
              <a:gdLst/>
              <a:ahLst/>
              <a:cxnLst/>
              <a:rect l="l" t="t" r="r" b="b"/>
              <a:pathLst>
                <a:path w="2144" h="2145" extrusionOk="0">
                  <a:moveTo>
                    <a:pt x="1072" y="1"/>
                  </a:moveTo>
                  <a:cubicBezTo>
                    <a:pt x="477" y="1"/>
                    <a:pt x="1" y="477"/>
                    <a:pt x="1" y="1073"/>
                  </a:cubicBezTo>
                  <a:cubicBezTo>
                    <a:pt x="1" y="1668"/>
                    <a:pt x="477" y="2144"/>
                    <a:pt x="1072" y="2144"/>
                  </a:cubicBezTo>
                  <a:cubicBezTo>
                    <a:pt x="1668" y="2144"/>
                    <a:pt x="2144" y="1668"/>
                    <a:pt x="2144" y="1073"/>
                  </a:cubicBezTo>
                  <a:cubicBezTo>
                    <a:pt x="2132" y="977"/>
                    <a:pt x="2073" y="918"/>
                    <a:pt x="2001" y="918"/>
                  </a:cubicBezTo>
                  <a:cubicBezTo>
                    <a:pt x="1918" y="918"/>
                    <a:pt x="1858" y="977"/>
                    <a:pt x="1858" y="1049"/>
                  </a:cubicBezTo>
                  <a:cubicBezTo>
                    <a:pt x="1858" y="1489"/>
                    <a:pt x="1501" y="1846"/>
                    <a:pt x="1072" y="1846"/>
                  </a:cubicBezTo>
                  <a:cubicBezTo>
                    <a:pt x="644" y="1846"/>
                    <a:pt x="287" y="1489"/>
                    <a:pt x="287" y="1049"/>
                  </a:cubicBezTo>
                  <a:cubicBezTo>
                    <a:pt x="287" y="620"/>
                    <a:pt x="644" y="263"/>
                    <a:pt x="1072" y="263"/>
                  </a:cubicBezTo>
                  <a:cubicBezTo>
                    <a:pt x="1144" y="263"/>
                    <a:pt x="1203" y="203"/>
                    <a:pt x="1203" y="132"/>
                  </a:cubicBezTo>
                  <a:cubicBezTo>
                    <a:pt x="1203" y="60"/>
                    <a:pt x="1144" y="1"/>
                    <a:pt x="1072" y="1"/>
                  </a:cubicBezTo>
                  <a:close/>
                </a:path>
              </a:pathLst>
            </a:custGeom>
            <a:ln>
              <a:noFill/>
            </a:ln>
          </p:spPr>
          <p:style>
            <a:lnRef idx="0">
              <a:scrgbClr r="0" g="0" b="0"/>
            </a:lnRef>
            <a:fillRef idx="1003">
              <a:schemeClr val="lt1"/>
            </a:fillRef>
            <a:effectRef idx="0">
              <a:scrgbClr r="0" g="0" b="0"/>
            </a:effectRef>
            <a:fontRef idx="major"/>
          </p:style>
          <p:txBody>
            <a:bodyPr spcFirstLastPara="1" wrap="square" lIns="121900" tIns="121900" rIns="121900" bIns="121900" anchor="ctr" anchorCtr="0">
              <a:noAutofit/>
            </a:bodyPr>
            <a:lstStyle/>
            <a:p>
              <a:endParaRPr sz="2400">
                <a:solidFill>
                  <a:schemeClr val="bg1"/>
                </a:solidFill>
              </a:endParaRPr>
            </a:p>
          </p:txBody>
        </p:sp>
        <p:sp>
          <p:nvSpPr>
            <p:cNvPr id="346" name="Google Shape;346;p45"/>
            <p:cNvSpPr/>
            <p:nvPr/>
          </p:nvSpPr>
          <p:spPr>
            <a:xfrm>
              <a:off x="4198090" y="3060375"/>
              <a:ext cx="20879" cy="20879"/>
            </a:xfrm>
            <a:custGeom>
              <a:avLst/>
              <a:gdLst/>
              <a:ahLst/>
              <a:cxnLst/>
              <a:rect l="l" t="t" r="r" b="b"/>
              <a:pathLst>
                <a:path w="656" h="656" extrusionOk="0">
                  <a:moveTo>
                    <a:pt x="322" y="1"/>
                  </a:moveTo>
                  <a:cubicBezTo>
                    <a:pt x="143" y="1"/>
                    <a:pt x="1" y="143"/>
                    <a:pt x="1" y="322"/>
                  </a:cubicBezTo>
                  <a:cubicBezTo>
                    <a:pt x="1" y="501"/>
                    <a:pt x="143" y="655"/>
                    <a:pt x="322" y="655"/>
                  </a:cubicBezTo>
                  <a:cubicBezTo>
                    <a:pt x="501" y="655"/>
                    <a:pt x="655" y="501"/>
                    <a:pt x="655" y="322"/>
                  </a:cubicBezTo>
                  <a:cubicBezTo>
                    <a:pt x="655" y="143"/>
                    <a:pt x="501" y="1"/>
                    <a:pt x="322" y="1"/>
                  </a:cubicBezTo>
                  <a:close/>
                </a:path>
              </a:pathLst>
            </a:custGeom>
            <a:ln>
              <a:noFill/>
            </a:ln>
          </p:spPr>
          <p:style>
            <a:lnRef idx="0">
              <a:scrgbClr r="0" g="0" b="0"/>
            </a:lnRef>
            <a:fillRef idx="1003">
              <a:schemeClr val="lt1"/>
            </a:fillRef>
            <a:effectRef idx="0">
              <a:scrgbClr r="0" g="0" b="0"/>
            </a:effectRef>
            <a:fontRef idx="major"/>
          </p:style>
          <p:txBody>
            <a:bodyPr spcFirstLastPara="1" wrap="square" lIns="121900" tIns="121900" rIns="121900" bIns="121900" anchor="ctr" anchorCtr="0">
              <a:noAutofit/>
            </a:bodyPr>
            <a:lstStyle/>
            <a:p>
              <a:endParaRPr sz="2400">
                <a:solidFill>
                  <a:schemeClr val="bg1"/>
                </a:solidFil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extLst>
              <a:ext uri="{BEBA8EAE-BF5A-486C-A8C5-ECC9F3942E4B}">
                <a14:imgProps xmlns:a14="http://schemas.microsoft.com/office/drawing/2010/main">
                  <a14:imgLayer r:embed="rId4">
                    <a14:imgEffect>
                      <a14:sharpenSoften amount="-51000"/>
                    </a14:imgEffect>
                    <a14:imgEffect>
                      <a14:brightnessContrast bright="-21000" contrast="15000"/>
                    </a14:imgEffect>
                  </a14:imgLayer>
                </a14:imgProps>
              </a:ext>
            </a:extLst>
          </a:blip>
          <a:srcRect/>
          <a:stretch>
            <a:fillRect t="-39000" b="-39000"/>
          </a:stretch>
        </a:blipFill>
        <a:effectLst/>
      </p:bgPr>
    </p:bg>
    <p:spTree>
      <p:nvGrpSpPr>
        <p:cNvPr id="1" name="Shape 490"/>
        <p:cNvGrpSpPr/>
        <p:nvPr/>
      </p:nvGrpSpPr>
      <p:grpSpPr>
        <a:xfrm>
          <a:off x="0" y="0"/>
          <a:ext cx="0" cy="0"/>
          <a:chOff x="0" y="0"/>
          <a:chExt cx="0" cy="0"/>
        </a:xfrm>
      </p:grpSpPr>
      <p:sp useBgFill="1">
        <p:nvSpPr>
          <p:cNvPr id="497" name="Google Shape;497;p55"/>
          <p:cNvSpPr txBox="1">
            <a:spLocks noGrp="1"/>
          </p:cNvSpPr>
          <p:nvPr>
            <p:ph type="title"/>
          </p:nvPr>
        </p:nvSpPr>
        <p:spPr>
          <a:xfrm>
            <a:off x="1307241" y="136789"/>
            <a:ext cx="9264000" cy="989717"/>
          </a:xfrm>
          <a:prstGeom prst="rect">
            <a:avLst/>
          </a:prstGeom>
        </p:spPr>
        <p:txBody>
          <a:bodyPr spcFirstLastPara="1" vert="horz" wrap="square" lIns="121900" tIns="121900" rIns="121900" bIns="121900" rtlCol="0" anchor="b" anchorCtr="0">
            <a:noAutofit/>
          </a:bodyPr>
          <a:lstStyle/>
          <a:p>
            <a:r>
              <a:rPr lang="en-US" sz="4800" b="1" dirty="0">
                <a:solidFill>
                  <a:schemeClr val="bg1"/>
                </a:solidFill>
              </a:rPr>
              <a:t>EDA ( Data Overview &amp; Distributions)</a:t>
            </a:r>
            <a:endParaRPr sz="4800" b="1" dirty="0">
              <a:solidFill>
                <a:schemeClr val="bg1"/>
              </a:solidFill>
            </a:endParaRPr>
          </a:p>
        </p:txBody>
      </p:sp>
      <p:sp>
        <p:nvSpPr>
          <p:cNvPr id="498" name="Google Shape;498;p55"/>
          <p:cNvSpPr txBox="1">
            <a:spLocks noGrp="1"/>
          </p:cNvSpPr>
          <p:nvPr>
            <p:ph type="subTitle" idx="1"/>
          </p:nvPr>
        </p:nvSpPr>
        <p:spPr>
          <a:xfrm>
            <a:off x="668190" y="1787783"/>
            <a:ext cx="4035890" cy="4328537"/>
          </a:xfrm>
          <a:prstGeom prst="rect">
            <a:avLst/>
          </a:prstGeom>
        </p:spPr>
        <p:txBody>
          <a:bodyPr spcFirstLastPara="1" vert="horz" wrap="square" lIns="121900" tIns="121900" rIns="121900" bIns="121900" rtlCol="0" anchor="t" anchorCtr="0">
            <a:noAutofit/>
          </a:bodyPr>
          <a:lstStyle/>
          <a:p>
            <a:pPr marL="0" indent="0" algn="just"/>
            <a:r>
              <a:rPr lang="en-US" sz="2400" b="1" u="sng" dirty="0">
                <a:solidFill>
                  <a:schemeClr val="bg1"/>
                </a:solidFill>
              </a:rPr>
              <a:t>Gender Distribution:</a:t>
            </a:r>
            <a:r>
              <a:rPr lang="en-US" sz="2400" u="sng" dirty="0">
                <a:solidFill>
                  <a:schemeClr val="bg1"/>
                </a:solidFill>
              </a:rPr>
              <a:t> </a:t>
            </a:r>
            <a:r>
              <a:rPr lang="en-US" sz="2400" dirty="0">
                <a:solidFill>
                  <a:schemeClr val="bg1"/>
                </a:solidFill>
              </a:rPr>
              <a:t>The bar plot shows a near-even split, with Male (6,686) and Female (6,882) pupils representing the vast majority of the sample.</a:t>
            </a:r>
          </a:p>
          <a:p>
            <a:pPr marL="0" indent="0" algn="just"/>
            <a:endParaRPr lang="en-US" sz="2400" dirty="0">
              <a:solidFill>
                <a:schemeClr val="bg1"/>
              </a:solidFill>
            </a:endParaRPr>
          </a:p>
          <a:p>
            <a:pPr marL="0" indent="0" algn="just"/>
            <a:r>
              <a:rPr lang="en-US" sz="2400" b="1" u="sng" dirty="0">
                <a:solidFill>
                  <a:schemeClr val="bg1"/>
                </a:solidFill>
              </a:rPr>
              <a:t>Regional Distribution:</a:t>
            </a:r>
            <a:r>
              <a:rPr lang="en-US" sz="2400" u="sng" dirty="0">
                <a:solidFill>
                  <a:schemeClr val="bg1"/>
                </a:solidFill>
              </a:rPr>
              <a:t> </a:t>
            </a:r>
            <a:r>
              <a:rPr lang="en-US" sz="2400" dirty="0">
                <a:solidFill>
                  <a:schemeClr val="bg1"/>
                </a:solidFill>
              </a:rPr>
              <a:t>The bar plot indicates the North West has the largest pupil sample, while the West Midlands has the smallest in the data we had.</a:t>
            </a:r>
            <a:endParaRPr sz="2400" dirty="0">
              <a:solidFill>
                <a:schemeClr val="bg1"/>
              </a:solidFill>
            </a:endParaRPr>
          </a:p>
        </p:txBody>
      </p:sp>
      <p:pic>
        <p:nvPicPr>
          <p:cNvPr id="8" name="Picture 7">
            <a:extLst>
              <a:ext uri="{FF2B5EF4-FFF2-40B4-BE49-F238E27FC236}">
                <a16:creationId xmlns:a16="http://schemas.microsoft.com/office/drawing/2014/main" id="{3C483E9B-1943-449F-897D-CE70C7163444}"/>
              </a:ext>
            </a:extLst>
          </p:cNvPr>
          <p:cNvPicPr>
            <a:picLocks noChangeAspect="1"/>
          </p:cNvPicPr>
          <p:nvPr/>
        </p:nvPicPr>
        <p:blipFill>
          <a:blip r:embed="rId5"/>
          <a:stretch>
            <a:fillRect/>
          </a:stretch>
        </p:blipFill>
        <p:spPr>
          <a:xfrm>
            <a:off x="6328922" y="1357275"/>
            <a:ext cx="4458683" cy="2503085"/>
          </a:xfrm>
          <a:prstGeom prst="rect">
            <a:avLst/>
          </a:prstGeom>
        </p:spPr>
      </p:pic>
      <p:pic>
        <p:nvPicPr>
          <p:cNvPr id="10" name="Picture 9">
            <a:extLst>
              <a:ext uri="{FF2B5EF4-FFF2-40B4-BE49-F238E27FC236}">
                <a16:creationId xmlns:a16="http://schemas.microsoft.com/office/drawing/2014/main" id="{EFF32923-E849-4EC3-AE98-B762F082D832}"/>
              </a:ext>
            </a:extLst>
          </p:cNvPr>
          <p:cNvPicPr>
            <a:picLocks noChangeAspect="1"/>
          </p:cNvPicPr>
          <p:nvPr/>
        </p:nvPicPr>
        <p:blipFill>
          <a:blip r:embed="rId6"/>
          <a:stretch>
            <a:fillRect/>
          </a:stretch>
        </p:blipFill>
        <p:spPr>
          <a:xfrm>
            <a:off x="5339556" y="4204767"/>
            <a:ext cx="6437414" cy="25164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extLst>
              <a:ext uri="{BEBA8EAE-BF5A-486C-A8C5-ECC9F3942E4B}">
                <a14:imgProps xmlns:a14="http://schemas.microsoft.com/office/drawing/2010/main">
                  <a14:imgLayer r:embed="rId4">
                    <a14:imgEffect>
                      <a14:sharpenSoften amount="-54000"/>
                    </a14:imgEffect>
                    <a14:imgEffect>
                      <a14:brightnessContrast bright="-21000" contrast="12000"/>
                    </a14:imgEffect>
                  </a14:imgLayer>
                </a14:imgProps>
              </a:ext>
            </a:extLst>
          </a:blip>
          <a:srcRect/>
          <a:tile tx="0" ty="0" sx="100000" sy="100000" flip="none" algn="tl"/>
        </a:blipFill>
        <a:effectLst/>
      </p:bgPr>
    </p:bg>
    <p:spTree>
      <p:nvGrpSpPr>
        <p:cNvPr id="1" name="Shape 490"/>
        <p:cNvGrpSpPr/>
        <p:nvPr/>
      </p:nvGrpSpPr>
      <p:grpSpPr>
        <a:xfrm>
          <a:off x="0" y="0"/>
          <a:ext cx="0" cy="0"/>
          <a:chOff x="0" y="0"/>
          <a:chExt cx="0" cy="0"/>
        </a:xfrm>
      </p:grpSpPr>
      <p:sp>
        <p:nvSpPr>
          <p:cNvPr id="497" name="Google Shape;497;p55"/>
          <p:cNvSpPr txBox="1">
            <a:spLocks noGrp="1"/>
          </p:cNvSpPr>
          <p:nvPr>
            <p:ph type="title"/>
          </p:nvPr>
        </p:nvSpPr>
        <p:spPr>
          <a:xfrm>
            <a:off x="960000" y="39799"/>
            <a:ext cx="9264000" cy="989717"/>
          </a:xfrm>
          <a:prstGeom prst="rect">
            <a:avLst/>
          </a:prstGeom>
        </p:spPr>
        <p:txBody>
          <a:bodyPr spcFirstLastPara="1" vert="horz" wrap="square" lIns="121900" tIns="121900" rIns="121900" bIns="121900" rtlCol="0" anchor="b" anchorCtr="0">
            <a:noAutofit/>
          </a:bodyPr>
          <a:lstStyle/>
          <a:p>
            <a:pPr algn="ctr"/>
            <a:r>
              <a:rPr lang="en-US" sz="4800" b="1" i="1" dirty="0">
                <a:solidFill>
                  <a:schemeClr val="bg1"/>
                </a:solidFill>
              </a:rPr>
              <a:t>EDA (Relationships &amp; Patterns)</a:t>
            </a:r>
            <a:endParaRPr lang="en-IN" sz="4800" b="1" i="1" dirty="0">
              <a:solidFill>
                <a:schemeClr val="bg1"/>
              </a:solidFill>
            </a:endParaRPr>
          </a:p>
        </p:txBody>
      </p:sp>
      <p:sp>
        <p:nvSpPr>
          <p:cNvPr id="498" name="Google Shape;498;p55"/>
          <p:cNvSpPr txBox="1">
            <a:spLocks noGrp="1"/>
          </p:cNvSpPr>
          <p:nvPr>
            <p:ph type="subTitle" idx="1"/>
          </p:nvPr>
        </p:nvSpPr>
        <p:spPr>
          <a:xfrm>
            <a:off x="561599" y="1369779"/>
            <a:ext cx="5030401" cy="4943440"/>
          </a:xfrm>
          <a:prstGeom prst="rect">
            <a:avLst/>
          </a:prstGeom>
        </p:spPr>
        <p:txBody>
          <a:bodyPr spcFirstLastPara="1" vert="horz" wrap="square" lIns="121900" tIns="121900" rIns="121900" bIns="121900" rtlCol="0" anchor="t" anchorCtr="0">
            <a:noAutofit/>
          </a:bodyPr>
          <a:lstStyle/>
          <a:p>
            <a:pPr marL="0" indent="0"/>
            <a:r>
              <a:rPr lang="en-US" sz="2400" b="1" u="sng" dirty="0" err="1">
                <a:solidFill>
                  <a:schemeClr val="bg1"/>
                </a:solidFill>
              </a:rPr>
              <a:t>Behaviour</a:t>
            </a:r>
            <a:r>
              <a:rPr lang="en-US" sz="2400" b="1" u="sng" dirty="0">
                <a:solidFill>
                  <a:schemeClr val="bg1"/>
                </a:solidFill>
              </a:rPr>
              <a:t> by </a:t>
            </a:r>
            <a:r>
              <a:rPr lang="en-US" sz="2400" b="1" u="sng" dirty="0" err="1">
                <a:solidFill>
                  <a:schemeClr val="bg1"/>
                </a:solidFill>
              </a:rPr>
              <a:t>Gender:</a:t>
            </a:r>
            <a:r>
              <a:rPr lang="en-US" sz="2400" dirty="0" err="1">
                <a:solidFill>
                  <a:schemeClr val="bg1"/>
                </a:solidFill>
              </a:rPr>
              <a:t>For</a:t>
            </a:r>
            <a:r>
              <a:rPr lang="en-US" sz="2400" dirty="0">
                <a:solidFill>
                  <a:schemeClr val="bg1"/>
                </a:solidFill>
              </a:rPr>
              <a:t> all gender groups, Alcohol shows the highest prevalence. The ‘other’ gender shows higher risk behavior because of very group and high psychological pressures reported in research.</a:t>
            </a:r>
            <a:endParaRPr lang="en-GB" sz="1600" dirty="0">
              <a:solidFill>
                <a:schemeClr val="bg1"/>
              </a:solidFill>
            </a:endParaRPr>
          </a:p>
          <a:p>
            <a:pPr marL="0" indent="0"/>
            <a:endParaRPr lang="en-US" sz="2400" dirty="0">
              <a:solidFill>
                <a:schemeClr val="bg1"/>
              </a:solidFill>
            </a:endParaRPr>
          </a:p>
          <a:p>
            <a:pPr marL="0" indent="0"/>
            <a:r>
              <a:rPr lang="en-US" sz="2400" u="sng" dirty="0" err="1">
                <a:solidFill>
                  <a:schemeClr val="bg1"/>
                </a:solidFill>
              </a:rPr>
              <a:t>Behaviour</a:t>
            </a:r>
            <a:r>
              <a:rPr lang="en-US" sz="2400" u="sng" dirty="0">
                <a:solidFill>
                  <a:schemeClr val="bg1"/>
                </a:solidFill>
              </a:rPr>
              <a:t> by Region:</a:t>
            </a:r>
            <a:r>
              <a:rPr lang="en-US" sz="2400" dirty="0">
                <a:solidFill>
                  <a:schemeClr val="bg1"/>
                </a:solidFill>
              </a:rPr>
              <a:t> Alcohol is the most prevalent behavior across all regions. The highest overall prevalence for all behaviors is observed in the South West and North East regions as per the data.</a:t>
            </a:r>
            <a:endParaRPr sz="2400" dirty="0">
              <a:solidFill>
                <a:schemeClr val="bg1"/>
              </a:solidFill>
            </a:endParaRPr>
          </a:p>
        </p:txBody>
      </p:sp>
      <p:pic>
        <p:nvPicPr>
          <p:cNvPr id="3" name="Picture 2">
            <a:extLst>
              <a:ext uri="{FF2B5EF4-FFF2-40B4-BE49-F238E27FC236}">
                <a16:creationId xmlns:a16="http://schemas.microsoft.com/office/drawing/2014/main" id="{9D04501E-50C6-438E-8183-5AA4814D2E4D}"/>
              </a:ext>
            </a:extLst>
          </p:cNvPr>
          <p:cNvPicPr>
            <a:picLocks noChangeAspect="1"/>
          </p:cNvPicPr>
          <p:nvPr/>
        </p:nvPicPr>
        <p:blipFill>
          <a:blip r:embed="rId5"/>
          <a:stretch>
            <a:fillRect/>
          </a:stretch>
        </p:blipFill>
        <p:spPr>
          <a:xfrm>
            <a:off x="6360160" y="1196923"/>
            <a:ext cx="5123462" cy="2430197"/>
          </a:xfrm>
          <a:prstGeom prst="rect">
            <a:avLst/>
          </a:prstGeom>
        </p:spPr>
      </p:pic>
      <p:pic>
        <p:nvPicPr>
          <p:cNvPr id="5" name="Picture 4">
            <a:extLst>
              <a:ext uri="{FF2B5EF4-FFF2-40B4-BE49-F238E27FC236}">
                <a16:creationId xmlns:a16="http://schemas.microsoft.com/office/drawing/2014/main" id="{F9165D84-740A-47C5-BD35-2AF1546B1C01}"/>
              </a:ext>
            </a:extLst>
          </p:cNvPr>
          <p:cNvPicPr>
            <a:picLocks noChangeAspect="1"/>
          </p:cNvPicPr>
          <p:nvPr/>
        </p:nvPicPr>
        <p:blipFill>
          <a:blip r:embed="rId6"/>
          <a:stretch>
            <a:fillRect/>
          </a:stretch>
        </p:blipFill>
        <p:spPr>
          <a:xfrm>
            <a:off x="5482532" y="3746988"/>
            <a:ext cx="6628188" cy="2906494"/>
          </a:xfrm>
          <a:prstGeom prst="rect">
            <a:avLst/>
          </a:prstGeom>
        </p:spPr>
      </p:pic>
    </p:spTree>
    <p:extLst>
      <p:ext uri="{BB962C8B-B14F-4D97-AF65-F5344CB8AC3E}">
        <p14:creationId xmlns:p14="http://schemas.microsoft.com/office/powerpoint/2010/main" val="570810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extLst>
              <a:ext uri="{BEBA8EAE-BF5A-486C-A8C5-ECC9F3942E4B}">
                <a14:imgProps xmlns:a14="http://schemas.microsoft.com/office/drawing/2010/main">
                  <a14:imgLayer r:embed="rId3">
                    <a14:imgEffect>
                      <a14:sharpenSoften amount="-55000"/>
                    </a14:imgEffect>
                    <a14:imgEffect>
                      <a14:brightnessContrast bright="-12000" contrast="12000"/>
                    </a14:imgEffect>
                  </a14:imgLayer>
                </a14:imgProps>
              </a:ext>
            </a:extLst>
          </a:blip>
          <a:srcRect/>
          <a:stretch>
            <a:fillRect t="-39000" b="-3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19DD0-A509-46E0-A680-8922E99F499A}"/>
              </a:ext>
            </a:extLst>
          </p:cNvPr>
          <p:cNvSpPr>
            <a:spLocks noGrp="1"/>
          </p:cNvSpPr>
          <p:nvPr>
            <p:ph type="title"/>
          </p:nvPr>
        </p:nvSpPr>
        <p:spPr>
          <a:xfrm>
            <a:off x="711200" y="243840"/>
            <a:ext cx="4108560" cy="2834640"/>
          </a:xfrm>
        </p:spPr>
        <p:txBody>
          <a:bodyPr/>
          <a:lstStyle/>
          <a:p>
            <a:r>
              <a:rPr lang="en-IN" sz="2400" b="1" u="sng" dirty="0">
                <a:solidFill>
                  <a:schemeClr val="bg1"/>
                </a:solidFill>
              </a:rPr>
              <a:t>Prevalence by Ethnicity</a:t>
            </a:r>
            <a:r>
              <a:rPr lang="en-IN" sz="2400" b="1" dirty="0">
                <a:solidFill>
                  <a:schemeClr val="bg1"/>
                </a:solidFill>
              </a:rPr>
              <a:t> : It shows that White Ethnicity are more prevalent to alcohol and Asians are less when compared to other categories because white  are largest proportion of pupil . Pupil from Mixed category stands second .</a:t>
            </a:r>
            <a:endParaRPr lang="en-IN" sz="2400" b="1" u="sng" dirty="0">
              <a:solidFill>
                <a:schemeClr val="bg1"/>
              </a:solidFill>
            </a:endParaRPr>
          </a:p>
        </p:txBody>
      </p:sp>
      <p:sp>
        <p:nvSpPr>
          <p:cNvPr id="3" name="Subtitle 2">
            <a:extLst>
              <a:ext uri="{FF2B5EF4-FFF2-40B4-BE49-F238E27FC236}">
                <a16:creationId xmlns:a16="http://schemas.microsoft.com/office/drawing/2014/main" id="{E0236EC8-1A64-4452-BCDC-E924A7B29388}"/>
              </a:ext>
            </a:extLst>
          </p:cNvPr>
          <p:cNvSpPr>
            <a:spLocks noGrp="1"/>
          </p:cNvSpPr>
          <p:nvPr>
            <p:ph type="subTitle" idx="1"/>
          </p:nvPr>
        </p:nvSpPr>
        <p:spPr>
          <a:xfrm>
            <a:off x="711200" y="3703320"/>
            <a:ext cx="3799840" cy="3337560"/>
          </a:xfrm>
        </p:spPr>
        <p:txBody>
          <a:bodyPr/>
          <a:lstStyle/>
          <a:p>
            <a:pPr algn="just"/>
            <a:r>
              <a:rPr lang="en-IN" sz="2400" u="sng" dirty="0">
                <a:solidFill>
                  <a:schemeClr val="bg1"/>
                </a:solidFill>
              </a:rPr>
              <a:t>Prevalence by age</a:t>
            </a:r>
            <a:r>
              <a:rPr lang="en-IN" sz="2400" dirty="0">
                <a:solidFill>
                  <a:schemeClr val="bg1"/>
                </a:solidFill>
              </a:rPr>
              <a:t> : Age 15 is highly prevalent to Alcohol and other substances compared to younger ages. Study says that at this age</a:t>
            </a:r>
          </a:p>
          <a:p>
            <a:pPr algn="just"/>
            <a:r>
              <a:rPr lang="en-IN" sz="2400" dirty="0">
                <a:solidFill>
                  <a:schemeClr val="bg1"/>
                </a:solidFill>
              </a:rPr>
              <a:t>people Experience greater freedom and curiosity.</a:t>
            </a:r>
            <a:endParaRPr lang="en-IN" sz="2400" u="sng" dirty="0">
              <a:solidFill>
                <a:schemeClr val="bg1"/>
              </a:solidFill>
            </a:endParaRPr>
          </a:p>
        </p:txBody>
      </p:sp>
      <p:pic>
        <p:nvPicPr>
          <p:cNvPr id="5" name="Picture 4">
            <a:extLst>
              <a:ext uri="{FF2B5EF4-FFF2-40B4-BE49-F238E27FC236}">
                <a16:creationId xmlns:a16="http://schemas.microsoft.com/office/drawing/2014/main" id="{70D35271-95EB-4E78-9757-BE26449541AB}"/>
              </a:ext>
            </a:extLst>
          </p:cNvPr>
          <p:cNvPicPr>
            <a:picLocks noChangeAspect="1"/>
          </p:cNvPicPr>
          <p:nvPr/>
        </p:nvPicPr>
        <p:blipFill>
          <a:blip r:embed="rId4"/>
          <a:stretch>
            <a:fillRect/>
          </a:stretch>
        </p:blipFill>
        <p:spPr>
          <a:xfrm>
            <a:off x="6178542" y="243840"/>
            <a:ext cx="4678794" cy="3058160"/>
          </a:xfrm>
          <a:prstGeom prst="rect">
            <a:avLst/>
          </a:prstGeom>
        </p:spPr>
      </p:pic>
      <p:pic>
        <p:nvPicPr>
          <p:cNvPr id="7" name="Picture 6">
            <a:extLst>
              <a:ext uri="{FF2B5EF4-FFF2-40B4-BE49-F238E27FC236}">
                <a16:creationId xmlns:a16="http://schemas.microsoft.com/office/drawing/2014/main" id="{02165026-C320-474D-93ED-8C37536E9B95}"/>
              </a:ext>
            </a:extLst>
          </p:cNvPr>
          <p:cNvPicPr>
            <a:picLocks noChangeAspect="1"/>
          </p:cNvPicPr>
          <p:nvPr/>
        </p:nvPicPr>
        <p:blipFill>
          <a:blip r:embed="rId5"/>
          <a:stretch>
            <a:fillRect/>
          </a:stretch>
        </p:blipFill>
        <p:spPr>
          <a:xfrm>
            <a:off x="5573795" y="3429000"/>
            <a:ext cx="5888288" cy="3337561"/>
          </a:xfrm>
          <a:prstGeom prst="rect">
            <a:avLst/>
          </a:prstGeom>
        </p:spPr>
      </p:pic>
    </p:spTree>
    <p:extLst>
      <p:ext uri="{BB962C8B-B14F-4D97-AF65-F5344CB8AC3E}">
        <p14:creationId xmlns:p14="http://schemas.microsoft.com/office/powerpoint/2010/main" val="1592779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extLst>
              <a:ext uri="{BEBA8EAE-BF5A-486C-A8C5-ECC9F3942E4B}">
                <a14:imgProps xmlns:a14="http://schemas.microsoft.com/office/drawing/2010/main">
                  <a14:imgLayer r:embed="rId4">
                    <a14:imgEffect>
                      <a14:sharpenSoften amount="-57000"/>
                    </a14:imgEffect>
                    <a14:imgEffect>
                      <a14:brightnessContrast bright="-21000"/>
                    </a14:imgEffect>
                  </a14:imgLayer>
                </a14:imgProps>
              </a:ext>
            </a:extLst>
          </a:blip>
          <a:srcRect/>
          <a:stretch>
            <a:fillRect t="-39000" b="-39000"/>
          </a:stretch>
        </a:blipFill>
        <a:effectLst/>
      </p:bgPr>
    </p:bg>
    <p:spTree>
      <p:nvGrpSpPr>
        <p:cNvPr id="1" name="Shape 594"/>
        <p:cNvGrpSpPr/>
        <p:nvPr/>
      </p:nvGrpSpPr>
      <p:grpSpPr>
        <a:xfrm>
          <a:off x="0" y="0"/>
          <a:ext cx="0" cy="0"/>
          <a:chOff x="0" y="0"/>
          <a:chExt cx="0" cy="0"/>
        </a:xfrm>
      </p:grpSpPr>
      <p:sp>
        <p:nvSpPr>
          <p:cNvPr id="595" name="Google Shape;595;p59"/>
          <p:cNvSpPr txBox="1">
            <a:spLocks noGrp="1"/>
          </p:cNvSpPr>
          <p:nvPr>
            <p:ph type="title"/>
          </p:nvPr>
        </p:nvSpPr>
        <p:spPr>
          <a:xfrm>
            <a:off x="965600" y="354123"/>
            <a:ext cx="10272000" cy="763600"/>
          </a:xfrm>
          <a:prstGeom prst="rect">
            <a:avLst/>
          </a:prstGeom>
        </p:spPr>
        <p:txBody>
          <a:bodyPr spcFirstLastPara="1" vert="horz" wrap="square" lIns="121900" tIns="121900" rIns="121900" bIns="121900" rtlCol="0" anchor="t" anchorCtr="0">
            <a:noAutofit/>
          </a:bodyPr>
          <a:lstStyle/>
          <a:p>
            <a:pPr algn="ctr"/>
            <a:r>
              <a:rPr lang="en-IN" sz="4800" b="1" dirty="0">
                <a:solidFill>
                  <a:schemeClr val="bg1"/>
                </a:solidFill>
              </a:rPr>
              <a:t>Model Building Steps</a:t>
            </a:r>
            <a:endParaRPr sz="4800" b="1" dirty="0">
              <a:solidFill>
                <a:schemeClr val="bg1"/>
              </a:solidFill>
            </a:endParaRPr>
          </a:p>
        </p:txBody>
      </p:sp>
      <p:sp>
        <p:nvSpPr>
          <p:cNvPr id="596" name="Google Shape;596;p59"/>
          <p:cNvSpPr txBox="1"/>
          <p:nvPr/>
        </p:nvSpPr>
        <p:spPr>
          <a:xfrm>
            <a:off x="2803900" y="1532644"/>
            <a:ext cx="2896400" cy="1061789"/>
          </a:xfrm>
          <a:prstGeom prst="rect">
            <a:avLst/>
          </a:prstGeom>
          <a:noFill/>
          <a:ln>
            <a:noFill/>
          </a:ln>
        </p:spPr>
        <p:txBody>
          <a:bodyPr spcFirstLastPara="1" wrap="square" lIns="121900" tIns="121900" rIns="121900" bIns="121900" anchor="b" anchorCtr="0">
            <a:noAutofit/>
          </a:bodyPr>
          <a:lstStyle/>
          <a:p>
            <a:pPr algn="ctr">
              <a:lnSpc>
                <a:spcPct val="115000"/>
              </a:lnSpc>
            </a:pPr>
            <a:r>
              <a:rPr lang="en-US" dirty="0">
                <a:solidFill>
                  <a:schemeClr val="bg1"/>
                </a:solidFill>
                <a:latin typeface="Figtree"/>
                <a:ea typeface="Figtree"/>
                <a:cs typeface="Figtree"/>
                <a:sym typeface="Figtree"/>
              </a:rPr>
              <a:t>Model parameters are defined according to the chosen algorithm.</a:t>
            </a:r>
          </a:p>
        </p:txBody>
      </p:sp>
      <p:sp>
        <p:nvSpPr>
          <p:cNvPr id="597" name="Google Shape;597;p59"/>
          <p:cNvSpPr txBox="1"/>
          <p:nvPr/>
        </p:nvSpPr>
        <p:spPr>
          <a:xfrm>
            <a:off x="6480351" y="1747233"/>
            <a:ext cx="2907600" cy="847200"/>
          </a:xfrm>
          <a:prstGeom prst="rect">
            <a:avLst/>
          </a:prstGeom>
          <a:noFill/>
          <a:ln>
            <a:noFill/>
          </a:ln>
        </p:spPr>
        <p:txBody>
          <a:bodyPr spcFirstLastPara="1" wrap="square" lIns="121900" tIns="121900" rIns="121900" bIns="121900" anchor="b" anchorCtr="0">
            <a:noAutofit/>
          </a:bodyPr>
          <a:lstStyle/>
          <a:p>
            <a:pPr algn="ctr">
              <a:lnSpc>
                <a:spcPct val="115000"/>
              </a:lnSpc>
            </a:pPr>
            <a:r>
              <a:rPr lang="en-IN" dirty="0">
                <a:solidFill>
                  <a:schemeClr val="bg1"/>
                </a:solidFill>
                <a:latin typeface="Figtree" panose="020B0604020202020204" charset="0"/>
              </a:rPr>
              <a:t>Tested Model on unseen data for validation.</a:t>
            </a:r>
            <a:endParaRPr dirty="0">
              <a:solidFill>
                <a:schemeClr val="bg1"/>
              </a:solidFill>
              <a:latin typeface="Figtree" panose="020B0604020202020204" charset="0"/>
              <a:ea typeface="Figtree"/>
              <a:cs typeface="Figtree"/>
              <a:sym typeface="Figtree"/>
            </a:endParaRPr>
          </a:p>
        </p:txBody>
      </p:sp>
      <p:sp>
        <p:nvSpPr>
          <p:cNvPr id="598" name="Google Shape;598;p59"/>
          <p:cNvSpPr txBox="1"/>
          <p:nvPr/>
        </p:nvSpPr>
        <p:spPr>
          <a:xfrm>
            <a:off x="855143" y="5222955"/>
            <a:ext cx="3304388" cy="1140512"/>
          </a:xfrm>
          <a:prstGeom prst="rect">
            <a:avLst/>
          </a:prstGeom>
          <a:noFill/>
          <a:ln>
            <a:noFill/>
          </a:ln>
        </p:spPr>
        <p:txBody>
          <a:bodyPr spcFirstLastPara="1" wrap="square" lIns="121900" tIns="121900" rIns="121900" bIns="121900" anchor="t" anchorCtr="0">
            <a:noAutofit/>
          </a:bodyPr>
          <a:lstStyle/>
          <a:p>
            <a:pPr algn="ctr">
              <a:lnSpc>
                <a:spcPct val="115000"/>
              </a:lnSpc>
            </a:pPr>
            <a:r>
              <a:rPr lang="en-US" dirty="0">
                <a:solidFill>
                  <a:schemeClr val="bg1"/>
                </a:solidFill>
                <a:latin typeface="Figtree"/>
                <a:ea typeface="Figtree"/>
                <a:cs typeface="Figtree"/>
                <a:sym typeface="Figtree"/>
              </a:rPr>
              <a:t>Data is split into 75:25 training and testing subsets for fair evaluation.</a:t>
            </a:r>
            <a:endParaRPr dirty="0">
              <a:solidFill>
                <a:schemeClr val="bg1"/>
              </a:solidFill>
              <a:latin typeface="Figtree"/>
              <a:ea typeface="Figtree"/>
              <a:cs typeface="Figtree"/>
              <a:sym typeface="Figtree"/>
            </a:endParaRPr>
          </a:p>
        </p:txBody>
      </p:sp>
      <p:sp>
        <p:nvSpPr>
          <p:cNvPr id="599" name="Google Shape;599;p59"/>
          <p:cNvSpPr txBox="1"/>
          <p:nvPr/>
        </p:nvSpPr>
        <p:spPr>
          <a:xfrm>
            <a:off x="4636600" y="5279669"/>
            <a:ext cx="2907600" cy="1237764"/>
          </a:xfrm>
          <a:prstGeom prst="rect">
            <a:avLst/>
          </a:prstGeom>
          <a:noFill/>
          <a:ln>
            <a:noFill/>
          </a:ln>
        </p:spPr>
        <p:txBody>
          <a:bodyPr spcFirstLastPara="1" wrap="square" lIns="121900" tIns="121900" rIns="121900" bIns="121900" anchor="t" anchorCtr="0">
            <a:noAutofit/>
          </a:bodyPr>
          <a:lstStyle/>
          <a:p>
            <a:pPr algn="ctr">
              <a:lnSpc>
                <a:spcPct val="115000"/>
              </a:lnSpc>
            </a:pPr>
            <a:r>
              <a:rPr lang="en-US" dirty="0">
                <a:solidFill>
                  <a:schemeClr val="bg1"/>
                </a:solidFill>
                <a:latin typeface="Figtree"/>
                <a:ea typeface="Figtree"/>
                <a:cs typeface="Figtree"/>
                <a:sym typeface="Figtree"/>
              </a:rPr>
              <a:t>The model is trained on the training data</a:t>
            </a:r>
          </a:p>
        </p:txBody>
      </p:sp>
      <p:sp>
        <p:nvSpPr>
          <p:cNvPr id="600" name="Google Shape;600;p59"/>
          <p:cNvSpPr txBox="1"/>
          <p:nvPr/>
        </p:nvSpPr>
        <p:spPr>
          <a:xfrm>
            <a:off x="8324400" y="5279670"/>
            <a:ext cx="2907600" cy="1265309"/>
          </a:xfrm>
          <a:prstGeom prst="rect">
            <a:avLst/>
          </a:prstGeom>
          <a:noFill/>
          <a:ln>
            <a:noFill/>
          </a:ln>
        </p:spPr>
        <p:txBody>
          <a:bodyPr spcFirstLastPara="1" wrap="square" lIns="121900" tIns="121900" rIns="121900" bIns="121900" anchor="t" anchorCtr="0">
            <a:noAutofit/>
          </a:bodyPr>
          <a:lstStyle/>
          <a:p>
            <a:pPr algn="ctr">
              <a:lnSpc>
                <a:spcPct val="115000"/>
              </a:lnSpc>
            </a:pPr>
            <a:r>
              <a:rPr lang="en-US" dirty="0">
                <a:solidFill>
                  <a:schemeClr val="bg1"/>
                </a:solidFill>
                <a:latin typeface="Figtree"/>
                <a:ea typeface="Figtree"/>
                <a:cs typeface="Figtree"/>
                <a:sym typeface="Figtree"/>
              </a:rPr>
              <a:t>Performance metrics help determine how well the model generalizes.</a:t>
            </a:r>
            <a:endParaRPr dirty="0">
              <a:solidFill>
                <a:schemeClr val="bg1"/>
              </a:solidFill>
              <a:latin typeface="Figtree"/>
              <a:ea typeface="Figtree"/>
              <a:cs typeface="Figtree"/>
              <a:sym typeface="Figtree"/>
            </a:endParaRPr>
          </a:p>
        </p:txBody>
      </p:sp>
      <p:sp>
        <p:nvSpPr>
          <p:cNvPr id="601" name="Google Shape;601;p59"/>
          <p:cNvSpPr txBox="1"/>
          <p:nvPr/>
        </p:nvSpPr>
        <p:spPr>
          <a:xfrm>
            <a:off x="2811132" y="2433633"/>
            <a:ext cx="2901600" cy="745200"/>
          </a:xfrm>
          <a:prstGeom prst="rect">
            <a:avLst/>
          </a:prstGeom>
          <a:noFill/>
          <a:ln>
            <a:noFill/>
          </a:ln>
        </p:spPr>
        <p:txBody>
          <a:bodyPr spcFirstLastPara="1" wrap="square" lIns="121900" tIns="121900" rIns="121900" bIns="121900" anchor="t" anchorCtr="0">
            <a:noAutofit/>
          </a:bodyPr>
          <a:lstStyle/>
          <a:p>
            <a:pPr algn="ctr"/>
            <a:r>
              <a:rPr lang="en-IN" sz="2800" b="1" dirty="0">
                <a:solidFill>
                  <a:schemeClr val="bg1"/>
                </a:solidFill>
                <a:latin typeface="Questrial"/>
                <a:ea typeface="Questrial"/>
                <a:cs typeface="Questrial"/>
                <a:sym typeface="Questrial"/>
              </a:rPr>
              <a:t>Best Algorithm</a:t>
            </a:r>
            <a:endParaRPr sz="2800" b="1" dirty="0">
              <a:solidFill>
                <a:schemeClr val="bg1"/>
              </a:solidFill>
              <a:latin typeface="Questrial"/>
              <a:ea typeface="Questrial"/>
              <a:cs typeface="Questrial"/>
              <a:sym typeface="Questrial"/>
            </a:endParaRPr>
          </a:p>
        </p:txBody>
      </p:sp>
      <p:sp>
        <p:nvSpPr>
          <p:cNvPr id="602" name="Google Shape;602;p59"/>
          <p:cNvSpPr txBox="1"/>
          <p:nvPr/>
        </p:nvSpPr>
        <p:spPr>
          <a:xfrm>
            <a:off x="6490551" y="2480149"/>
            <a:ext cx="2896000" cy="745200"/>
          </a:xfrm>
          <a:prstGeom prst="rect">
            <a:avLst/>
          </a:prstGeom>
          <a:noFill/>
          <a:ln>
            <a:noFill/>
          </a:ln>
        </p:spPr>
        <p:txBody>
          <a:bodyPr spcFirstLastPara="1" wrap="square" lIns="121900" tIns="121900" rIns="121900" bIns="121900" anchor="t" anchorCtr="0">
            <a:noAutofit/>
          </a:bodyPr>
          <a:lstStyle/>
          <a:p>
            <a:pPr algn="ctr"/>
            <a:r>
              <a:rPr lang="en-IN" sz="2800" b="1" dirty="0">
                <a:solidFill>
                  <a:schemeClr val="bg1"/>
                </a:solidFill>
                <a:latin typeface="Questrial"/>
                <a:ea typeface="Questrial"/>
                <a:cs typeface="Questrial"/>
                <a:sym typeface="Questrial"/>
              </a:rPr>
              <a:t>Validation</a:t>
            </a:r>
            <a:endParaRPr sz="2800" b="1" dirty="0">
              <a:solidFill>
                <a:schemeClr val="bg1"/>
              </a:solidFill>
              <a:latin typeface="Questrial"/>
              <a:ea typeface="Questrial"/>
              <a:cs typeface="Questrial"/>
              <a:sym typeface="Questrial"/>
            </a:endParaRPr>
          </a:p>
        </p:txBody>
      </p:sp>
      <p:sp>
        <p:nvSpPr>
          <p:cNvPr id="603" name="Google Shape;603;p59"/>
          <p:cNvSpPr txBox="1"/>
          <p:nvPr/>
        </p:nvSpPr>
        <p:spPr>
          <a:xfrm>
            <a:off x="965600" y="4580156"/>
            <a:ext cx="2896400" cy="745200"/>
          </a:xfrm>
          <a:prstGeom prst="rect">
            <a:avLst/>
          </a:prstGeom>
          <a:noFill/>
          <a:ln>
            <a:noFill/>
          </a:ln>
        </p:spPr>
        <p:txBody>
          <a:bodyPr spcFirstLastPara="1" wrap="square" lIns="121900" tIns="121900" rIns="121900" bIns="121900" anchor="b" anchorCtr="0">
            <a:noAutofit/>
          </a:bodyPr>
          <a:lstStyle/>
          <a:p>
            <a:pPr algn="ctr"/>
            <a:r>
              <a:rPr lang="en-IN" sz="2800" b="1" dirty="0">
                <a:solidFill>
                  <a:schemeClr val="bg1"/>
                </a:solidFill>
                <a:latin typeface="Questrial"/>
                <a:ea typeface="Questrial"/>
                <a:cs typeface="Questrial"/>
                <a:sym typeface="Questrial"/>
              </a:rPr>
              <a:t>Split Dataset</a:t>
            </a:r>
            <a:endParaRPr sz="2800" b="1" dirty="0">
              <a:solidFill>
                <a:schemeClr val="bg1"/>
              </a:solidFill>
              <a:latin typeface="Questrial"/>
              <a:ea typeface="Questrial"/>
              <a:cs typeface="Questrial"/>
              <a:sym typeface="Questrial"/>
            </a:endParaRPr>
          </a:p>
        </p:txBody>
      </p:sp>
      <p:sp>
        <p:nvSpPr>
          <p:cNvPr id="604" name="Google Shape;604;p59"/>
          <p:cNvSpPr txBox="1"/>
          <p:nvPr/>
        </p:nvSpPr>
        <p:spPr>
          <a:xfrm>
            <a:off x="4650900" y="4580156"/>
            <a:ext cx="2896000" cy="745200"/>
          </a:xfrm>
          <a:prstGeom prst="rect">
            <a:avLst/>
          </a:prstGeom>
          <a:noFill/>
          <a:ln>
            <a:noFill/>
          </a:ln>
        </p:spPr>
        <p:txBody>
          <a:bodyPr spcFirstLastPara="1" wrap="square" lIns="121900" tIns="121900" rIns="121900" bIns="121900" anchor="b" anchorCtr="0">
            <a:noAutofit/>
          </a:bodyPr>
          <a:lstStyle/>
          <a:p>
            <a:pPr algn="ctr"/>
            <a:r>
              <a:rPr lang="en-IN" sz="2800" b="1" dirty="0">
                <a:solidFill>
                  <a:schemeClr val="bg1"/>
                </a:solidFill>
                <a:latin typeface="Questrial"/>
                <a:ea typeface="Questrial"/>
                <a:cs typeface="Questrial"/>
                <a:sym typeface="Questrial"/>
              </a:rPr>
              <a:t>Train Model</a:t>
            </a:r>
          </a:p>
        </p:txBody>
      </p:sp>
      <p:sp>
        <p:nvSpPr>
          <p:cNvPr id="605" name="Google Shape;605;p59"/>
          <p:cNvSpPr txBox="1"/>
          <p:nvPr/>
        </p:nvSpPr>
        <p:spPr>
          <a:xfrm>
            <a:off x="8330200" y="4580156"/>
            <a:ext cx="2896000" cy="745200"/>
          </a:xfrm>
          <a:prstGeom prst="rect">
            <a:avLst/>
          </a:prstGeom>
          <a:noFill/>
          <a:ln>
            <a:noFill/>
          </a:ln>
        </p:spPr>
        <p:txBody>
          <a:bodyPr spcFirstLastPara="1" wrap="square" lIns="121900" tIns="121900" rIns="121900" bIns="121900" anchor="b" anchorCtr="0">
            <a:noAutofit/>
          </a:bodyPr>
          <a:lstStyle/>
          <a:p>
            <a:pPr algn="ctr"/>
            <a:r>
              <a:rPr lang="en-IN" sz="2800" b="1" dirty="0">
                <a:solidFill>
                  <a:schemeClr val="bg1"/>
                </a:solidFill>
                <a:latin typeface="Questrial"/>
                <a:ea typeface="Questrial"/>
                <a:cs typeface="Questrial"/>
                <a:sym typeface="Questrial"/>
              </a:rPr>
              <a:t>Performance</a:t>
            </a:r>
            <a:endParaRPr sz="2800" b="1" dirty="0">
              <a:solidFill>
                <a:schemeClr val="bg1"/>
              </a:solidFill>
              <a:latin typeface="Questrial"/>
              <a:ea typeface="Questrial"/>
              <a:cs typeface="Questrial"/>
              <a:sym typeface="Questrial"/>
            </a:endParaRPr>
          </a:p>
        </p:txBody>
      </p:sp>
      <p:cxnSp>
        <p:nvCxnSpPr>
          <p:cNvPr id="606" name="Google Shape;606;p59"/>
          <p:cNvCxnSpPr>
            <a:cxnSpLocks/>
            <a:endCxn id="607" idx="2"/>
          </p:cNvCxnSpPr>
          <p:nvPr/>
        </p:nvCxnSpPr>
        <p:spPr>
          <a:xfrm>
            <a:off x="508800" y="3937200"/>
            <a:ext cx="1481400" cy="0"/>
          </a:xfrm>
          <a:prstGeom prst="straightConnector1">
            <a:avLst/>
          </a:prstGeom>
          <a:noFill/>
          <a:ln w="9525" cap="flat" cmpd="sng">
            <a:solidFill>
              <a:schemeClr val="dk1"/>
            </a:solidFill>
            <a:prstDash val="solid"/>
            <a:round/>
            <a:headEnd type="none" w="med" len="med"/>
            <a:tailEnd type="none" w="med" len="med"/>
          </a:ln>
        </p:spPr>
      </p:cxnSp>
      <p:sp>
        <p:nvSpPr>
          <p:cNvPr id="607" name="Google Shape;607;p59"/>
          <p:cNvSpPr/>
          <p:nvPr/>
        </p:nvSpPr>
        <p:spPr>
          <a:xfrm>
            <a:off x="1990200" y="3513600"/>
            <a:ext cx="847200" cy="847200"/>
          </a:xfrm>
          <a:prstGeom prst="ellipse">
            <a:avLst/>
          </a:prstGeom>
          <a:solidFill>
            <a:schemeClr val="lt2"/>
          </a:solidFill>
          <a:ln>
            <a:noFill/>
          </a:ln>
        </p:spPr>
        <p:txBody>
          <a:bodyPr spcFirstLastPara="1" wrap="square" lIns="121900" tIns="121900" rIns="121900" bIns="121900" anchor="ctr" anchorCtr="0">
            <a:noAutofit/>
          </a:bodyPr>
          <a:lstStyle/>
          <a:p>
            <a:pPr algn="ctr">
              <a:lnSpc>
                <a:spcPct val="115000"/>
              </a:lnSpc>
            </a:pPr>
            <a:endParaRPr sz="2667" b="1">
              <a:solidFill>
                <a:schemeClr val="bg1"/>
              </a:solidFill>
              <a:latin typeface="Jost"/>
              <a:ea typeface="Jost"/>
              <a:cs typeface="Jost"/>
              <a:sym typeface="Jost"/>
            </a:endParaRPr>
          </a:p>
        </p:txBody>
      </p:sp>
      <p:sp>
        <p:nvSpPr>
          <p:cNvPr id="608" name="Google Shape;608;p59"/>
          <p:cNvSpPr/>
          <p:nvPr/>
        </p:nvSpPr>
        <p:spPr>
          <a:xfrm>
            <a:off x="3825896" y="3513600"/>
            <a:ext cx="847200" cy="847200"/>
          </a:xfrm>
          <a:prstGeom prst="ellipse">
            <a:avLst/>
          </a:prstGeom>
          <a:solidFill>
            <a:schemeClr val="bg1"/>
          </a:solidFill>
          <a:ln>
            <a:solidFill>
              <a:schemeClr val="accent2"/>
            </a:solidFill>
          </a:ln>
        </p:spPr>
        <p:txBody>
          <a:bodyPr spcFirstLastPara="1" wrap="square" lIns="121900" tIns="121900" rIns="121900" bIns="121900" anchor="ctr" anchorCtr="0">
            <a:noAutofit/>
          </a:bodyPr>
          <a:lstStyle/>
          <a:p>
            <a:pPr algn="ctr">
              <a:lnSpc>
                <a:spcPct val="115000"/>
              </a:lnSpc>
            </a:pPr>
            <a:endParaRPr sz="2667" b="1" dirty="0">
              <a:solidFill>
                <a:schemeClr val="bg1"/>
              </a:solidFill>
              <a:latin typeface="Jost"/>
              <a:ea typeface="Jost"/>
              <a:cs typeface="Jost"/>
              <a:sym typeface="Jost"/>
            </a:endParaRPr>
          </a:p>
        </p:txBody>
      </p:sp>
      <p:sp>
        <p:nvSpPr>
          <p:cNvPr id="609" name="Google Shape;609;p59"/>
          <p:cNvSpPr/>
          <p:nvPr/>
        </p:nvSpPr>
        <p:spPr>
          <a:xfrm>
            <a:off x="5667851" y="3513600"/>
            <a:ext cx="847200" cy="847200"/>
          </a:xfrm>
          <a:prstGeom prst="ellipse">
            <a:avLst/>
          </a:prstGeom>
          <a:solidFill>
            <a:schemeClr val="lt2"/>
          </a:solidFill>
          <a:ln>
            <a:noFill/>
          </a:ln>
        </p:spPr>
        <p:txBody>
          <a:bodyPr spcFirstLastPara="1" wrap="square" lIns="121900" tIns="121900" rIns="121900" bIns="121900" anchor="ctr" anchorCtr="0">
            <a:noAutofit/>
          </a:bodyPr>
          <a:lstStyle/>
          <a:p>
            <a:pPr algn="ctr">
              <a:lnSpc>
                <a:spcPct val="115000"/>
              </a:lnSpc>
            </a:pPr>
            <a:endParaRPr sz="2667" b="1">
              <a:solidFill>
                <a:schemeClr val="bg1"/>
              </a:solidFill>
              <a:latin typeface="Jost"/>
              <a:ea typeface="Jost"/>
              <a:cs typeface="Jost"/>
              <a:sym typeface="Jost"/>
            </a:endParaRPr>
          </a:p>
        </p:txBody>
      </p:sp>
      <p:sp>
        <p:nvSpPr>
          <p:cNvPr id="610" name="Google Shape;610;p59"/>
          <p:cNvSpPr/>
          <p:nvPr/>
        </p:nvSpPr>
        <p:spPr>
          <a:xfrm>
            <a:off x="7510700" y="3513600"/>
            <a:ext cx="847200" cy="847200"/>
          </a:xfrm>
          <a:prstGeom prst="ellipse">
            <a:avLst/>
          </a:prstGeom>
          <a:solidFill>
            <a:schemeClr val="bg1"/>
          </a:solidFill>
          <a:ln>
            <a:noFill/>
          </a:ln>
        </p:spPr>
        <p:txBody>
          <a:bodyPr spcFirstLastPara="1" wrap="square" lIns="121900" tIns="121900" rIns="121900" bIns="121900" anchor="ctr" anchorCtr="0">
            <a:noAutofit/>
          </a:bodyPr>
          <a:lstStyle/>
          <a:p>
            <a:pPr algn="ctr">
              <a:lnSpc>
                <a:spcPct val="115000"/>
              </a:lnSpc>
            </a:pPr>
            <a:endParaRPr sz="2667" b="1">
              <a:solidFill>
                <a:schemeClr val="bg1"/>
              </a:solidFill>
              <a:latin typeface="Jost"/>
              <a:ea typeface="Jost"/>
              <a:cs typeface="Jost"/>
              <a:sym typeface="Jost"/>
            </a:endParaRPr>
          </a:p>
        </p:txBody>
      </p:sp>
      <p:sp>
        <p:nvSpPr>
          <p:cNvPr id="611" name="Google Shape;611;p59"/>
          <p:cNvSpPr/>
          <p:nvPr/>
        </p:nvSpPr>
        <p:spPr>
          <a:xfrm>
            <a:off x="9354600" y="3513600"/>
            <a:ext cx="847200" cy="847200"/>
          </a:xfrm>
          <a:prstGeom prst="ellipse">
            <a:avLst/>
          </a:prstGeom>
          <a:solidFill>
            <a:schemeClr val="lt2"/>
          </a:solidFill>
          <a:ln>
            <a:solidFill>
              <a:srgbClr val="FF0000"/>
            </a:solidFill>
          </a:ln>
        </p:spPr>
        <p:txBody>
          <a:bodyPr spcFirstLastPara="1" wrap="square" lIns="121900" tIns="121900" rIns="121900" bIns="121900" anchor="ctr" anchorCtr="0">
            <a:noAutofit/>
          </a:bodyPr>
          <a:lstStyle/>
          <a:p>
            <a:pPr algn="ctr">
              <a:lnSpc>
                <a:spcPct val="115000"/>
              </a:lnSpc>
            </a:pPr>
            <a:endParaRPr sz="2667" b="1" dirty="0">
              <a:solidFill>
                <a:schemeClr val="bg1"/>
              </a:solidFill>
              <a:latin typeface="Jost"/>
              <a:ea typeface="Jost"/>
              <a:cs typeface="Jost"/>
              <a:sym typeface="Jost"/>
            </a:endParaRPr>
          </a:p>
        </p:txBody>
      </p:sp>
      <p:cxnSp>
        <p:nvCxnSpPr>
          <p:cNvPr id="612" name="Google Shape;612;p59"/>
          <p:cNvCxnSpPr>
            <a:stCxn id="607" idx="4"/>
            <a:endCxn id="603" idx="0"/>
          </p:cNvCxnSpPr>
          <p:nvPr/>
        </p:nvCxnSpPr>
        <p:spPr>
          <a:xfrm>
            <a:off x="2413800" y="4360800"/>
            <a:ext cx="0" cy="219200"/>
          </a:xfrm>
          <a:prstGeom prst="straightConnector1">
            <a:avLst/>
          </a:prstGeom>
          <a:noFill/>
          <a:ln w="9525" cap="flat" cmpd="sng">
            <a:solidFill>
              <a:schemeClr val="dk1"/>
            </a:solidFill>
            <a:prstDash val="solid"/>
            <a:round/>
            <a:headEnd type="none" w="med" len="med"/>
            <a:tailEnd type="none" w="med" len="med"/>
          </a:ln>
        </p:spPr>
      </p:cxnSp>
      <p:cxnSp>
        <p:nvCxnSpPr>
          <p:cNvPr id="613" name="Google Shape;613;p59"/>
          <p:cNvCxnSpPr>
            <a:stCxn id="608" idx="0"/>
            <a:endCxn id="601" idx="2"/>
          </p:cNvCxnSpPr>
          <p:nvPr/>
        </p:nvCxnSpPr>
        <p:spPr>
          <a:xfrm flipV="1">
            <a:off x="4249496" y="3178833"/>
            <a:ext cx="12436" cy="334767"/>
          </a:xfrm>
          <a:prstGeom prst="straightConnector1">
            <a:avLst/>
          </a:prstGeom>
          <a:noFill/>
          <a:ln w="9525" cap="flat" cmpd="sng">
            <a:solidFill>
              <a:schemeClr val="dk1"/>
            </a:solidFill>
            <a:prstDash val="solid"/>
            <a:round/>
            <a:headEnd type="none" w="med" len="med"/>
            <a:tailEnd type="none" w="med" len="med"/>
          </a:ln>
        </p:spPr>
      </p:cxnSp>
      <p:cxnSp>
        <p:nvCxnSpPr>
          <p:cNvPr id="614" name="Google Shape;614;p59"/>
          <p:cNvCxnSpPr>
            <a:stCxn id="609" idx="4"/>
            <a:endCxn id="604" idx="0"/>
          </p:cNvCxnSpPr>
          <p:nvPr/>
        </p:nvCxnSpPr>
        <p:spPr>
          <a:xfrm>
            <a:off x="6091452" y="4360801"/>
            <a:ext cx="7449" cy="219356"/>
          </a:xfrm>
          <a:prstGeom prst="straightConnector1">
            <a:avLst/>
          </a:prstGeom>
          <a:noFill/>
          <a:ln w="9525" cap="flat" cmpd="sng">
            <a:solidFill>
              <a:schemeClr val="dk1"/>
            </a:solidFill>
            <a:prstDash val="solid"/>
            <a:round/>
            <a:headEnd type="none" w="med" len="med"/>
            <a:tailEnd type="none" w="med" len="med"/>
          </a:ln>
        </p:spPr>
      </p:cxnSp>
      <p:cxnSp>
        <p:nvCxnSpPr>
          <p:cNvPr id="615" name="Google Shape;615;p59"/>
          <p:cNvCxnSpPr>
            <a:stCxn id="602" idx="2"/>
            <a:endCxn id="610" idx="0"/>
          </p:cNvCxnSpPr>
          <p:nvPr/>
        </p:nvCxnSpPr>
        <p:spPr>
          <a:xfrm flipH="1">
            <a:off x="7934151" y="3225349"/>
            <a:ext cx="4400" cy="288400"/>
          </a:xfrm>
          <a:prstGeom prst="straightConnector1">
            <a:avLst/>
          </a:prstGeom>
          <a:noFill/>
          <a:ln w="9525" cap="flat" cmpd="sng">
            <a:solidFill>
              <a:schemeClr val="dk1"/>
            </a:solidFill>
            <a:prstDash val="solid"/>
            <a:round/>
            <a:headEnd type="none" w="med" len="med"/>
            <a:tailEnd type="none" w="med" len="med"/>
          </a:ln>
        </p:spPr>
      </p:cxnSp>
      <p:cxnSp>
        <p:nvCxnSpPr>
          <p:cNvPr id="616" name="Google Shape;616;p59"/>
          <p:cNvCxnSpPr>
            <a:stCxn id="611" idx="4"/>
            <a:endCxn id="605" idx="0"/>
          </p:cNvCxnSpPr>
          <p:nvPr/>
        </p:nvCxnSpPr>
        <p:spPr>
          <a:xfrm>
            <a:off x="9778200" y="4360800"/>
            <a:ext cx="0" cy="219200"/>
          </a:xfrm>
          <a:prstGeom prst="straightConnector1">
            <a:avLst/>
          </a:prstGeom>
          <a:noFill/>
          <a:ln w="9525" cap="flat" cmpd="sng">
            <a:solidFill>
              <a:schemeClr val="dk1"/>
            </a:solidFill>
            <a:prstDash val="solid"/>
            <a:round/>
            <a:headEnd type="none" w="med" len="med"/>
            <a:tailEnd type="none" w="med" len="med"/>
          </a:ln>
        </p:spPr>
      </p:cxnSp>
      <p:cxnSp>
        <p:nvCxnSpPr>
          <p:cNvPr id="617" name="Google Shape;617;p59"/>
          <p:cNvCxnSpPr>
            <a:stCxn id="611" idx="6"/>
          </p:cNvCxnSpPr>
          <p:nvPr/>
        </p:nvCxnSpPr>
        <p:spPr>
          <a:xfrm>
            <a:off x="10201800" y="3937200"/>
            <a:ext cx="1004800" cy="0"/>
          </a:xfrm>
          <a:prstGeom prst="straightConnector1">
            <a:avLst/>
          </a:prstGeom>
          <a:noFill/>
          <a:ln w="9525" cap="flat" cmpd="sng">
            <a:solidFill>
              <a:schemeClr val="dk1"/>
            </a:solidFill>
            <a:prstDash val="solid"/>
            <a:round/>
            <a:headEnd type="none" w="med" len="med"/>
            <a:tailEnd type="triangle" w="med" len="med"/>
          </a:ln>
        </p:spPr>
      </p:cxnSp>
      <p:cxnSp>
        <p:nvCxnSpPr>
          <p:cNvPr id="618" name="Google Shape;618;p59"/>
          <p:cNvCxnSpPr>
            <a:stCxn id="610" idx="6"/>
            <a:endCxn id="611" idx="2"/>
          </p:cNvCxnSpPr>
          <p:nvPr/>
        </p:nvCxnSpPr>
        <p:spPr>
          <a:xfrm>
            <a:off x="8357900" y="3937200"/>
            <a:ext cx="996800" cy="0"/>
          </a:xfrm>
          <a:prstGeom prst="straightConnector1">
            <a:avLst/>
          </a:prstGeom>
          <a:noFill/>
          <a:ln w="9525" cap="flat" cmpd="sng">
            <a:solidFill>
              <a:schemeClr val="dk1"/>
            </a:solidFill>
            <a:prstDash val="solid"/>
            <a:round/>
            <a:headEnd type="none" w="med" len="med"/>
            <a:tailEnd type="none" w="med" len="med"/>
          </a:ln>
        </p:spPr>
      </p:cxnSp>
      <p:cxnSp>
        <p:nvCxnSpPr>
          <p:cNvPr id="619" name="Google Shape;619;p59"/>
          <p:cNvCxnSpPr>
            <a:stCxn id="609" idx="6"/>
            <a:endCxn id="610" idx="2"/>
          </p:cNvCxnSpPr>
          <p:nvPr/>
        </p:nvCxnSpPr>
        <p:spPr>
          <a:xfrm>
            <a:off x="6515052" y="3937200"/>
            <a:ext cx="995649" cy="0"/>
          </a:xfrm>
          <a:prstGeom prst="straightConnector1">
            <a:avLst/>
          </a:prstGeom>
          <a:noFill/>
          <a:ln w="9525" cap="flat" cmpd="sng">
            <a:solidFill>
              <a:schemeClr val="dk1"/>
            </a:solidFill>
            <a:prstDash val="solid"/>
            <a:round/>
            <a:headEnd type="none" w="med" len="med"/>
            <a:tailEnd type="none" w="med" len="med"/>
          </a:ln>
        </p:spPr>
      </p:cxnSp>
      <p:cxnSp>
        <p:nvCxnSpPr>
          <p:cNvPr id="620" name="Google Shape;620;p59"/>
          <p:cNvCxnSpPr>
            <a:stCxn id="608" idx="6"/>
            <a:endCxn id="609" idx="2"/>
          </p:cNvCxnSpPr>
          <p:nvPr/>
        </p:nvCxnSpPr>
        <p:spPr>
          <a:xfrm>
            <a:off x="4673096" y="3937200"/>
            <a:ext cx="994755" cy="0"/>
          </a:xfrm>
          <a:prstGeom prst="straightConnector1">
            <a:avLst/>
          </a:prstGeom>
          <a:noFill/>
          <a:ln w="9525" cap="flat" cmpd="sng">
            <a:solidFill>
              <a:schemeClr val="dk1"/>
            </a:solidFill>
            <a:prstDash val="solid"/>
            <a:round/>
            <a:headEnd type="none" w="med" len="med"/>
            <a:tailEnd type="none" w="med" len="med"/>
          </a:ln>
        </p:spPr>
      </p:cxnSp>
      <p:cxnSp>
        <p:nvCxnSpPr>
          <p:cNvPr id="621" name="Google Shape;621;p59"/>
          <p:cNvCxnSpPr>
            <a:cxnSpLocks/>
          </p:cNvCxnSpPr>
          <p:nvPr/>
        </p:nvCxnSpPr>
        <p:spPr>
          <a:xfrm>
            <a:off x="2837400" y="3937180"/>
            <a:ext cx="988496" cy="0"/>
          </a:xfrm>
          <a:prstGeom prst="straightConnector1">
            <a:avLst/>
          </a:prstGeom>
          <a:noFill/>
          <a:ln w="9525" cap="flat" cmpd="sng">
            <a:solidFill>
              <a:schemeClr val="dk1"/>
            </a:solidFill>
            <a:prstDash val="solid"/>
            <a:round/>
            <a:headEnd type="none" w="med" len="med"/>
            <a:tailEnd type="none" w="med" len="med"/>
          </a:ln>
        </p:spPr>
      </p:cxnSp>
      <p:grpSp>
        <p:nvGrpSpPr>
          <p:cNvPr id="622" name="Google Shape;622;p59"/>
          <p:cNvGrpSpPr/>
          <p:nvPr/>
        </p:nvGrpSpPr>
        <p:grpSpPr>
          <a:xfrm>
            <a:off x="4082511" y="3699448"/>
            <a:ext cx="343143" cy="475503"/>
            <a:chOff x="5377363" y="1516169"/>
            <a:chExt cx="257357" cy="356627"/>
          </a:xfrm>
          <a:solidFill>
            <a:schemeClr val="accent2"/>
          </a:solidFill>
        </p:grpSpPr>
        <p:sp>
          <p:nvSpPr>
            <p:cNvPr id="623" name="Google Shape;623;p59"/>
            <p:cNvSpPr/>
            <p:nvPr/>
          </p:nvSpPr>
          <p:spPr>
            <a:xfrm>
              <a:off x="5377363" y="1516169"/>
              <a:ext cx="257357" cy="356627"/>
            </a:xfrm>
            <a:custGeom>
              <a:avLst/>
              <a:gdLst/>
              <a:ahLst/>
              <a:cxnLst/>
              <a:rect l="l" t="t" r="r" b="b"/>
              <a:pathLst>
                <a:path w="8086" h="11205" extrusionOk="0">
                  <a:moveTo>
                    <a:pt x="4073" y="334"/>
                  </a:moveTo>
                  <a:cubicBezTo>
                    <a:pt x="4263" y="334"/>
                    <a:pt x="4430" y="441"/>
                    <a:pt x="4525" y="608"/>
                  </a:cubicBezTo>
                  <a:cubicBezTo>
                    <a:pt x="4561" y="656"/>
                    <a:pt x="4620" y="679"/>
                    <a:pt x="4680" y="679"/>
                  </a:cubicBezTo>
                  <a:lnTo>
                    <a:pt x="5299" y="679"/>
                  </a:lnTo>
                  <a:cubicBezTo>
                    <a:pt x="5406" y="679"/>
                    <a:pt x="5490" y="775"/>
                    <a:pt x="5490" y="870"/>
                  </a:cubicBezTo>
                  <a:lnTo>
                    <a:pt x="5490" y="1406"/>
                  </a:lnTo>
                  <a:lnTo>
                    <a:pt x="2668" y="1406"/>
                  </a:lnTo>
                  <a:lnTo>
                    <a:pt x="2668" y="870"/>
                  </a:lnTo>
                  <a:lnTo>
                    <a:pt x="2644" y="870"/>
                  </a:lnTo>
                  <a:cubicBezTo>
                    <a:pt x="2644" y="775"/>
                    <a:pt x="2727" y="679"/>
                    <a:pt x="2835" y="679"/>
                  </a:cubicBezTo>
                  <a:lnTo>
                    <a:pt x="3454" y="679"/>
                  </a:lnTo>
                  <a:cubicBezTo>
                    <a:pt x="3513" y="679"/>
                    <a:pt x="3573" y="656"/>
                    <a:pt x="3608" y="608"/>
                  </a:cubicBezTo>
                  <a:cubicBezTo>
                    <a:pt x="3716" y="441"/>
                    <a:pt x="3870" y="334"/>
                    <a:pt x="4073" y="334"/>
                  </a:cubicBezTo>
                  <a:close/>
                  <a:moveTo>
                    <a:pt x="7395" y="1037"/>
                  </a:moveTo>
                  <a:cubicBezTo>
                    <a:pt x="7597" y="1037"/>
                    <a:pt x="7764" y="1203"/>
                    <a:pt x="7764" y="1394"/>
                  </a:cubicBezTo>
                  <a:lnTo>
                    <a:pt x="7764" y="10514"/>
                  </a:lnTo>
                  <a:cubicBezTo>
                    <a:pt x="7764" y="10716"/>
                    <a:pt x="7597" y="10871"/>
                    <a:pt x="7395" y="10871"/>
                  </a:cubicBezTo>
                  <a:lnTo>
                    <a:pt x="727" y="10871"/>
                  </a:lnTo>
                  <a:cubicBezTo>
                    <a:pt x="537" y="10871"/>
                    <a:pt x="370" y="10704"/>
                    <a:pt x="370" y="10514"/>
                  </a:cubicBezTo>
                  <a:lnTo>
                    <a:pt x="370" y="1394"/>
                  </a:lnTo>
                  <a:cubicBezTo>
                    <a:pt x="370" y="1203"/>
                    <a:pt x="537" y="1037"/>
                    <a:pt x="727" y="1037"/>
                  </a:cubicBezTo>
                  <a:lnTo>
                    <a:pt x="2323" y="1037"/>
                  </a:lnTo>
                  <a:lnTo>
                    <a:pt x="2323" y="1572"/>
                  </a:lnTo>
                  <a:cubicBezTo>
                    <a:pt x="2323" y="1668"/>
                    <a:pt x="2406" y="1739"/>
                    <a:pt x="2489" y="1739"/>
                  </a:cubicBezTo>
                  <a:lnTo>
                    <a:pt x="5644" y="1739"/>
                  </a:lnTo>
                  <a:cubicBezTo>
                    <a:pt x="5728" y="1739"/>
                    <a:pt x="5811" y="1668"/>
                    <a:pt x="5811" y="1572"/>
                  </a:cubicBezTo>
                  <a:lnTo>
                    <a:pt x="5811" y="1037"/>
                  </a:lnTo>
                  <a:close/>
                  <a:moveTo>
                    <a:pt x="4037" y="1"/>
                  </a:moveTo>
                  <a:cubicBezTo>
                    <a:pt x="3751" y="1"/>
                    <a:pt x="3501" y="132"/>
                    <a:pt x="3335" y="358"/>
                  </a:cubicBezTo>
                  <a:lnTo>
                    <a:pt x="2799" y="358"/>
                  </a:lnTo>
                  <a:cubicBezTo>
                    <a:pt x="2585" y="358"/>
                    <a:pt x="2382" y="501"/>
                    <a:pt x="2311" y="715"/>
                  </a:cubicBezTo>
                  <a:lnTo>
                    <a:pt x="691" y="715"/>
                  </a:lnTo>
                  <a:cubicBezTo>
                    <a:pt x="299" y="715"/>
                    <a:pt x="1" y="1025"/>
                    <a:pt x="1" y="1394"/>
                  </a:cubicBezTo>
                  <a:lnTo>
                    <a:pt x="1" y="10514"/>
                  </a:lnTo>
                  <a:cubicBezTo>
                    <a:pt x="1" y="10907"/>
                    <a:pt x="322" y="11204"/>
                    <a:pt x="691" y="11204"/>
                  </a:cubicBezTo>
                  <a:lnTo>
                    <a:pt x="7359" y="11204"/>
                  </a:lnTo>
                  <a:cubicBezTo>
                    <a:pt x="7740" y="11204"/>
                    <a:pt x="8038" y="10895"/>
                    <a:pt x="8038" y="10514"/>
                  </a:cubicBezTo>
                  <a:lnTo>
                    <a:pt x="8038" y="1394"/>
                  </a:lnTo>
                  <a:cubicBezTo>
                    <a:pt x="8085" y="1025"/>
                    <a:pt x="7776" y="715"/>
                    <a:pt x="7383" y="715"/>
                  </a:cubicBezTo>
                  <a:lnTo>
                    <a:pt x="5763" y="715"/>
                  </a:lnTo>
                  <a:cubicBezTo>
                    <a:pt x="5692" y="501"/>
                    <a:pt x="5490" y="358"/>
                    <a:pt x="5275" y="358"/>
                  </a:cubicBezTo>
                  <a:lnTo>
                    <a:pt x="4740" y="358"/>
                  </a:lnTo>
                  <a:cubicBezTo>
                    <a:pt x="4573" y="132"/>
                    <a:pt x="4323" y="1"/>
                    <a:pt x="4037" y="1"/>
                  </a:cubicBezTo>
                  <a:close/>
                </a:path>
              </a:pathLst>
            </a:custGeom>
            <a:grpFill/>
            <a:ln>
              <a:noFill/>
            </a:ln>
          </p:spPr>
          <p:txBody>
            <a:bodyPr spcFirstLastPara="1" wrap="square" lIns="121900" tIns="121900" rIns="121900" bIns="121900" anchor="ctr" anchorCtr="0">
              <a:noAutofit/>
            </a:bodyPr>
            <a:lstStyle/>
            <a:p>
              <a:endParaRPr sz="2400">
                <a:solidFill>
                  <a:schemeClr val="bg1"/>
                </a:solidFill>
              </a:endParaRPr>
            </a:p>
          </p:txBody>
        </p:sp>
        <p:sp>
          <p:nvSpPr>
            <p:cNvPr id="624" name="Google Shape;624;p59"/>
            <p:cNvSpPr/>
            <p:nvPr/>
          </p:nvSpPr>
          <p:spPr>
            <a:xfrm>
              <a:off x="5501681" y="1538925"/>
              <a:ext cx="10248" cy="10248"/>
            </a:xfrm>
            <a:custGeom>
              <a:avLst/>
              <a:gdLst/>
              <a:ahLst/>
              <a:cxnLst/>
              <a:rect l="l" t="t" r="r" b="b"/>
              <a:pathLst>
                <a:path w="322" h="322" extrusionOk="0">
                  <a:moveTo>
                    <a:pt x="167" y="0"/>
                  </a:moveTo>
                  <a:cubicBezTo>
                    <a:pt x="72" y="0"/>
                    <a:pt x="0" y="71"/>
                    <a:pt x="0" y="155"/>
                  </a:cubicBezTo>
                  <a:cubicBezTo>
                    <a:pt x="0" y="250"/>
                    <a:pt x="72" y="322"/>
                    <a:pt x="167" y="322"/>
                  </a:cubicBezTo>
                  <a:cubicBezTo>
                    <a:pt x="250" y="322"/>
                    <a:pt x="322" y="250"/>
                    <a:pt x="322" y="155"/>
                  </a:cubicBezTo>
                  <a:cubicBezTo>
                    <a:pt x="322" y="71"/>
                    <a:pt x="250" y="0"/>
                    <a:pt x="167" y="0"/>
                  </a:cubicBezTo>
                  <a:close/>
                </a:path>
              </a:pathLst>
            </a:custGeom>
            <a:grpFill/>
            <a:ln>
              <a:noFill/>
            </a:ln>
          </p:spPr>
          <p:txBody>
            <a:bodyPr spcFirstLastPara="1" wrap="square" lIns="121900" tIns="121900" rIns="121900" bIns="121900" anchor="ctr" anchorCtr="0">
              <a:noAutofit/>
            </a:bodyPr>
            <a:lstStyle/>
            <a:p>
              <a:endParaRPr sz="2400">
                <a:solidFill>
                  <a:schemeClr val="bg1"/>
                </a:solidFill>
              </a:endParaRPr>
            </a:p>
          </p:txBody>
        </p:sp>
        <p:sp>
          <p:nvSpPr>
            <p:cNvPr id="625" name="Google Shape;625;p59"/>
            <p:cNvSpPr/>
            <p:nvPr/>
          </p:nvSpPr>
          <p:spPr>
            <a:xfrm>
              <a:off x="5401233" y="1560886"/>
              <a:ext cx="211112" cy="278554"/>
            </a:xfrm>
            <a:custGeom>
              <a:avLst/>
              <a:gdLst/>
              <a:ahLst/>
              <a:cxnLst/>
              <a:rect l="l" t="t" r="r" b="b"/>
              <a:pathLst>
                <a:path w="6633" h="8752" extrusionOk="0">
                  <a:moveTo>
                    <a:pt x="156" y="1"/>
                  </a:moveTo>
                  <a:cubicBezTo>
                    <a:pt x="72" y="1"/>
                    <a:pt x="1" y="84"/>
                    <a:pt x="1" y="167"/>
                  </a:cubicBezTo>
                  <a:lnTo>
                    <a:pt x="1" y="8597"/>
                  </a:lnTo>
                  <a:cubicBezTo>
                    <a:pt x="1" y="8680"/>
                    <a:pt x="72" y="8752"/>
                    <a:pt x="156" y="8752"/>
                  </a:cubicBezTo>
                  <a:lnTo>
                    <a:pt x="6466" y="8752"/>
                  </a:lnTo>
                  <a:cubicBezTo>
                    <a:pt x="6561" y="8752"/>
                    <a:pt x="6633" y="8680"/>
                    <a:pt x="6633" y="8597"/>
                  </a:cubicBezTo>
                  <a:lnTo>
                    <a:pt x="6633" y="167"/>
                  </a:lnTo>
                  <a:cubicBezTo>
                    <a:pt x="6633" y="84"/>
                    <a:pt x="6561" y="1"/>
                    <a:pt x="6478" y="1"/>
                  </a:cubicBezTo>
                  <a:lnTo>
                    <a:pt x="5597" y="1"/>
                  </a:lnTo>
                  <a:cubicBezTo>
                    <a:pt x="5502" y="1"/>
                    <a:pt x="5430" y="84"/>
                    <a:pt x="5430" y="167"/>
                  </a:cubicBezTo>
                  <a:cubicBezTo>
                    <a:pt x="5430" y="263"/>
                    <a:pt x="5502" y="334"/>
                    <a:pt x="5597" y="334"/>
                  </a:cubicBezTo>
                  <a:lnTo>
                    <a:pt x="6311" y="334"/>
                  </a:lnTo>
                  <a:lnTo>
                    <a:pt x="6311" y="8430"/>
                  </a:lnTo>
                  <a:lnTo>
                    <a:pt x="322" y="8430"/>
                  </a:lnTo>
                  <a:lnTo>
                    <a:pt x="322" y="334"/>
                  </a:lnTo>
                  <a:lnTo>
                    <a:pt x="1037" y="334"/>
                  </a:lnTo>
                  <a:cubicBezTo>
                    <a:pt x="1132" y="334"/>
                    <a:pt x="1203" y="263"/>
                    <a:pt x="1203" y="167"/>
                  </a:cubicBezTo>
                  <a:cubicBezTo>
                    <a:pt x="1203" y="84"/>
                    <a:pt x="1132" y="1"/>
                    <a:pt x="1037" y="1"/>
                  </a:cubicBezTo>
                  <a:close/>
                </a:path>
              </a:pathLst>
            </a:custGeom>
            <a:grpFill/>
            <a:ln>
              <a:noFill/>
            </a:ln>
          </p:spPr>
          <p:txBody>
            <a:bodyPr spcFirstLastPara="1" wrap="square" lIns="121900" tIns="121900" rIns="121900" bIns="121900" anchor="ctr" anchorCtr="0">
              <a:noAutofit/>
            </a:bodyPr>
            <a:lstStyle/>
            <a:p>
              <a:endParaRPr sz="2400">
                <a:solidFill>
                  <a:schemeClr val="bg1"/>
                </a:solidFill>
              </a:endParaRPr>
            </a:p>
          </p:txBody>
        </p:sp>
        <p:sp>
          <p:nvSpPr>
            <p:cNvPr id="626" name="Google Shape;626;p59"/>
            <p:cNvSpPr/>
            <p:nvPr/>
          </p:nvSpPr>
          <p:spPr>
            <a:xfrm>
              <a:off x="5434207" y="1672664"/>
              <a:ext cx="33387" cy="33387"/>
            </a:xfrm>
            <a:custGeom>
              <a:avLst/>
              <a:gdLst/>
              <a:ahLst/>
              <a:cxnLst/>
              <a:rect l="l" t="t" r="r" b="b"/>
              <a:pathLst>
                <a:path w="1049" h="1049" extrusionOk="0">
                  <a:moveTo>
                    <a:pt x="525" y="311"/>
                  </a:moveTo>
                  <a:cubicBezTo>
                    <a:pt x="632" y="311"/>
                    <a:pt x="715" y="406"/>
                    <a:pt x="715" y="513"/>
                  </a:cubicBezTo>
                  <a:cubicBezTo>
                    <a:pt x="703" y="608"/>
                    <a:pt x="632" y="703"/>
                    <a:pt x="525" y="703"/>
                  </a:cubicBezTo>
                  <a:cubicBezTo>
                    <a:pt x="418" y="703"/>
                    <a:pt x="334" y="608"/>
                    <a:pt x="334" y="513"/>
                  </a:cubicBezTo>
                  <a:cubicBezTo>
                    <a:pt x="334" y="406"/>
                    <a:pt x="418" y="311"/>
                    <a:pt x="525" y="311"/>
                  </a:cubicBezTo>
                  <a:close/>
                  <a:moveTo>
                    <a:pt x="525" y="1"/>
                  </a:moveTo>
                  <a:cubicBezTo>
                    <a:pt x="239" y="1"/>
                    <a:pt x="1" y="239"/>
                    <a:pt x="1" y="525"/>
                  </a:cubicBezTo>
                  <a:cubicBezTo>
                    <a:pt x="1" y="811"/>
                    <a:pt x="239" y="1049"/>
                    <a:pt x="525" y="1049"/>
                  </a:cubicBezTo>
                  <a:cubicBezTo>
                    <a:pt x="810" y="1049"/>
                    <a:pt x="1049" y="811"/>
                    <a:pt x="1049" y="525"/>
                  </a:cubicBezTo>
                  <a:cubicBezTo>
                    <a:pt x="1049" y="239"/>
                    <a:pt x="810" y="1"/>
                    <a:pt x="525" y="1"/>
                  </a:cubicBezTo>
                  <a:close/>
                </a:path>
              </a:pathLst>
            </a:custGeom>
            <a:grpFill/>
            <a:ln>
              <a:noFill/>
            </a:ln>
          </p:spPr>
          <p:txBody>
            <a:bodyPr spcFirstLastPara="1" wrap="square" lIns="121900" tIns="121900" rIns="121900" bIns="121900" anchor="ctr" anchorCtr="0">
              <a:noAutofit/>
            </a:bodyPr>
            <a:lstStyle/>
            <a:p>
              <a:endParaRPr sz="2400">
                <a:solidFill>
                  <a:schemeClr val="bg1"/>
                </a:solidFill>
              </a:endParaRPr>
            </a:p>
          </p:txBody>
        </p:sp>
        <p:sp>
          <p:nvSpPr>
            <p:cNvPr id="627" name="Google Shape;627;p59"/>
            <p:cNvSpPr/>
            <p:nvPr/>
          </p:nvSpPr>
          <p:spPr>
            <a:xfrm>
              <a:off x="5434207" y="1723079"/>
              <a:ext cx="33387" cy="33005"/>
            </a:xfrm>
            <a:custGeom>
              <a:avLst/>
              <a:gdLst/>
              <a:ahLst/>
              <a:cxnLst/>
              <a:rect l="l" t="t" r="r" b="b"/>
              <a:pathLst>
                <a:path w="1049" h="1037" extrusionOk="0">
                  <a:moveTo>
                    <a:pt x="525" y="310"/>
                  </a:moveTo>
                  <a:cubicBezTo>
                    <a:pt x="632" y="310"/>
                    <a:pt x="715" y="405"/>
                    <a:pt x="715" y="501"/>
                  </a:cubicBezTo>
                  <a:cubicBezTo>
                    <a:pt x="703" y="608"/>
                    <a:pt x="632" y="703"/>
                    <a:pt x="525" y="703"/>
                  </a:cubicBezTo>
                  <a:cubicBezTo>
                    <a:pt x="418" y="703"/>
                    <a:pt x="334" y="608"/>
                    <a:pt x="334" y="501"/>
                  </a:cubicBezTo>
                  <a:cubicBezTo>
                    <a:pt x="334" y="405"/>
                    <a:pt x="418" y="310"/>
                    <a:pt x="525" y="310"/>
                  </a:cubicBezTo>
                  <a:close/>
                  <a:moveTo>
                    <a:pt x="525" y="0"/>
                  </a:moveTo>
                  <a:cubicBezTo>
                    <a:pt x="239" y="0"/>
                    <a:pt x="1" y="239"/>
                    <a:pt x="1" y="512"/>
                  </a:cubicBezTo>
                  <a:cubicBezTo>
                    <a:pt x="1" y="798"/>
                    <a:pt x="239" y="1036"/>
                    <a:pt x="525" y="1036"/>
                  </a:cubicBezTo>
                  <a:cubicBezTo>
                    <a:pt x="810" y="1036"/>
                    <a:pt x="1049" y="798"/>
                    <a:pt x="1049" y="512"/>
                  </a:cubicBezTo>
                  <a:cubicBezTo>
                    <a:pt x="1049" y="239"/>
                    <a:pt x="810" y="0"/>
                    <a:pt x="525" y="0"/>
                  </a:cubicBezTo>
                  <a:close/>
                </a:path>
              </a:pathLst>
            </a:custGeom>
            <a:grpFill/>
            <a:ln>
              <a:noFill/>
            </a:ln>
          </p:spPr>
          <p:txBody>
            <a:bodyPr spcFirstLastPara="1" wrap="square" lIns="121900" tIns="121900" rIns="121900" bIns="121900" anchor="ctr" anchorCtr="0">
              <a:noAutofit/>
            </a:bodyPr>
            <a:lstStyle/>
            <a:p>
              <a:endParaRPr sz="2400">
                <a:solidFill>
                  <a:schemeClr val="bg1"/>
                </a:solidFill>
              </a:endParaRPr>
            </a:p>
          </p:txBody>
        </p:sp>
        <p:sp>
          <p:nvSpPr>
            <p:cNvPr id="628" name="Google Shape;628;p59"/>
            <p:cNvSpPr/>
            <p:nvPr/>
          </p:nvSpPr>
          <p:spPr>
            <a:xfrm>
              <a:off x="5434207" y="1773112"/>
              <a:ext cx="33387" cy="33355"/>
            </a:xfrm>
            <a:custGeom>
              <a:avLst/>
              <a:gdLst/>
              <a:ahLst/>
              <a:cxnLst/>
              <a:rect l="l" t="t" r="r" b="b"/>
              <a:pathLst>
                <a:path w="1049" h="1048" extrusionOk="0">
                  <a:moveTo>
                    <a:pt x="525" y="310"/>
                  </a:moveTo>
                  <a:cubicBezTo>
                    <a:pt x="632" y="310"/>
                    <a:pt x="715" y="405"/>
                    <a:pt x="715" y="512"/>
                  </a:cubicBezTo>
                  <a:cubicBezTo>
                    <a:pt x="703" y="619"/>
                    <a:pt x="632" y="703"/>
                    <a:pt x="525" y="703"/>
                  </a:cubicBezTo>
                  <a:cubicBezTo>
                    <a:pt x="418" y="703"/>
                    <a:pt x="334" y="607"/>
                    <a:pt x="334" y="512"/>
                  </a:cubicBezTo>
                  <a:cubicBezTo>
                    <a:pt x="334" y="405"/>
                    <a:pt x="418" y="310"/>
                    <a:pt x="525" y="310"/>
                  </a:cubicBezTo>
                  <a:close/>
                  <a:moveTo>
                    <a:pt x="525" y="0"/>
                  </a:moveTo>
                  <a:cubicBezTo>
                    <a:pt x="239" y="0"/>
                    <a:pt x="1" y="238"/>
                    <a:pt x="1" y="524"/>
                  </a:cubicBezTo>
                  <a:cubicBezTo>
                    <a:pt x="1" y="810"/>
                    <a:pt x="239" y="1048"/>
                    <a:pt x="525" y="1048"/>
                  </a:cubicBezTo>
                  <a:cubicBezTo>
                    <a:pt x="810" y="1048"/>
                    <a:pt x="1049" y="810"/>
                    <a:pt x="1049" y="524"/>
                  </a:cubicBezTo>
                  <a:cubicBezTo>
                    <a:pt x="1025" y="226"/>
                    <a:pt x="810" y="0"/>
                    <a:pt x="525" y="0"/>
                  </a:cubicBezTo>
                  <a:close/>
                </a:path>
              </a:pathLst>
            </a:custGeom>
            <a:grpFill/>
            <a:ln>
              <a:noFill/>
            </a:ln>
          </p:spPr>
          <p:txBody>
            <a:bodyPr spcFirstLastPara="1" wrap="square" lIns="121900" tIns="121900" rIns="121900" bIns="121900" anchor="ctr" anchorCtr="0">
              <a:noAutofit/>
            </a:bodyPr>
            <a:lstStyle/>
            <a:p>
              <a:endParaRPr sz="2400">
                <a:solidFill>
                  <a:schemeClr val="bg1"/>
                </a:solidFill>
              </a:endParaRPr>
            </a:p>
          </p:txBody>
        </p:sp>
        <p:sp>
          <p:nvSpPr>
            <p:cNvPr id="629" name="Google Shape;629;p59"/>
            <p:cNvSpPr/>
            <p:nvPr/>
          </p:nvSpPr>
          <p:spPr>
            <a:xfrm>
              <a:off x="5478924" y="1672664"/>
              <a:ext cx="60663" cy="10662"/>
            </a:xfrm>
            <a:custGeom>
              <a:avLst/>
              <a:gdLst/>
              <a:ahLst/>
              <a:cxnLst/>
              <a:rect l="l" t="t" r="r" b="b"/>
              <a:pathLst>
                <a:path w="1906" h="335" extrusionOk="0">
                  <a:moveTo>
                    <a:pt x="167" y="1"/>
                  </a:moveTo>
                  <a:cubicBezTo>
                    <a:pt x="72" y="1"/>
                    <a:pt x="1" y="84"/>
                    <a:pt x="1" y="168"/>
                  </a:cubicBezTo>
                  <a:cubicBezTo>
                    <a:pt x="1" y="263"/>
                    <a:pt x="72" y="334"/>
                    <a:pt x="167" y="334"/>
                  </a:cubicBezTo>
                  <a:lnTo>
                    <a:pt x="1739" y="334"/>
                  </a:lnTo>
                  <a:cubicBezTo>
                    <a:pt x="1822" y="334"/>
                    <a:pt x="1906" y="263"/>
                    <a:pt x="1906" y="168"/>
                  </a:cubicBezTo>
                  <a:cubicBezTo>
                    <a:pt x="1906" y="84"/>
                    <a:pt x="1846" y="1"/>
                    <a:pt x="1739" y="1"/>
                  </a:cubicBezTo>
                  <a:close/>
                </a:path>
              </a:pathLst>
            </a:custGeom>
            <a:grpFill/>
            <a:ln>
              <a:noFill/>
            </a:ln>
          </p:spPr>
          <p:txBody>
            <a:bodyPr spcFirstLastPara="1" wrap="square" lIns="121900" tIns="121900" rIns="121900" bIns="121900" anchor="ctr" anchorCtr="0">
              <a:noAutofit/>
            </a:bodyPr>
            <a:lstStyle/>
            <a:p>
              <a:endParaRPr sz="2400">
                <a:solidFill>
                  <a:schemeClr val="bg1"/>
                </a:solidFill>
              </a:endParaRPr>
            </a:p>
          </p:txBody>
        </p:sp>
        <p:sp>
          <p:nvSpPr>
            <p:cNvPr id="630" name="Google Shape;630;p59"/>
            <p:cNvSpPr/>
            <p:nvPr/>
          </p:nvSpPr>
          <p:spPr>
            <a:xfrm>
              <a:off x="5478924" y="1695039"/>
              <a:ext cx="99716" cy="10630"/>
            </a:xfrm>
            <a:custGeom>
              <a:avLst/>
              <a:gdLst/>
              <a:ahLst/>
              <a:cxnLst/>
              <a:rect l="l" t="t" r="r" b="b"/>
              <a:pathLst>
                <a:path w="3133" h="334" extrusionOk="0">
                  <a:moveTo>
                    <a:pt x="156" y="0"/>
                  </a:moveTo>
                  <a:cubicBezTo>
                    <a:pt x="72" y="0"/>
                    <a:pt x="1" y="72"/>
                    <a:pt x="1" y="167"/>
                  </a:cubicBezTo>
                  <a:cubicBezTo>
                    <a:pt x="1" y="250"/>
                    <a:pt x="72" y="334"/>
                    <a:pt x="156" y="334"/>
                  </a:cubicBezTo>
                  <a:lnTo>
                    <a:pt x="2977" y="334"/>
                  </a:lnTo>
                  <a:cubicBezTo>
                    <a:pt x="3061" y="334"/>
                    <a:pt x="3132" y="250"/>
                    <a:pt x="3132" y="167"/>
                  </a:cubicBezTo>
                  <a:cubicBezTo>
                    <a:pt x="3132" y="72"/>
                    <a:pt x="3061" y="0"/>
                    <a:pt x="2977" y="0"/>
                  </a:cubicBezTo>
                  <a:close/>
                </a:path>
              </a:pathLst>
            </a:custGeom>
            <a:grpFill/>
            <a:ln>
              <a:noFill/>
            </a:ln>
          </p:spPr>
          <p:txBody>
            <a:bodyPr spcFirstLastPara="1" wrap="square" lIns="121900" tIns="121900" rIns="121900" bIns="121900" anchor="ctr" anchorCtr="0">
              <a:noAutofit/>
            </a:bodyPr>
            <a:lstStyle/>
            <a:p>
              <a:endParaRPr sz="2400">
                <a:solidFill>
                  <a:schemeClr val="bg1"/>
                </a:solidFill>
              </a:endParaRPr>
            </a:p>
          </p:txBody>
        </p:sp>
        <p:sp>
          <p:nvSpPr>
            <p:cNvPr id="631" name="Google Shape;631;p59"/>
            <p:cNvSpPr/>
            <p:nvPr/>
          </p:nvSpPr>
          <p:spPr>
            <a:xfrm>
              <a:off x="5478924" y="1723079"/>
              <a:ext cx="60663" cy="10248"/>
            </a:xfrm>
            <a:custGeom>
              <a:avLst/>
              <a:gdLst/>
              <a:ahLst/>
              <a:cxnLst/>
              <a:rect l="l" t="t" r="r" b="b"/>
              <a:pathLst>
                <a:path w="1906" h="322" extrusionOk="0">
                  <a:moveTo>
                    <a:pt x="167" y="0"/>
                  </a:moveTo>
                  <a:cubicBezTo>
                    <a:pt x="72" y="0"/>
                    <a:pt x="1" y="72"/>
                    <a:pt x="1" y="167"/>
                  </a:cubicBezTo>
                  <a:cubicBezTo>
                    <a:pt x="1" y="251"/>
                    <a:pt x="72" y="322"/>
                    <a:pt x="167" y="322"/>
                  </a:cubicBezTo>
                  <a:lnTo>
                    <a:pt x="1739" y="322"/>
                  </a:lnTo>
                  <a:cubicBezTo>
                    <a:pt x="1822" y="322"/>
                    <a:pt x="1906" y="251"/>
                    <a:pt x="1906" y="167"/>
                  </a:cubicBezTo>
                  <a:cubicBezTo>
                    <a:pt x="1906" y="72"/>
                    <a:pt x="1846" y="0"/>
                    <a:pt x="1739" y="0"/>
                  </a:cubicBezTo>
                  <a:close/>
                </a:path>
              </a:pathLst>
            </a:custGeom>
            <a:grpFill/>
            <a:ln>
              <a:noFill/>
            </a:ln>
          </p:spPr>
          <p:txBody>
            <a:bodyPr spcFirstLastPara="1" wrap="square" lIns="121900" tIns="121900" rIns="121900" bIns="121900" anchor="ctr" anchorCtr="0">
              <a:noAutofit/>
            </a:bodyPr>
            <a:lstStyle/>
            <a:p>
              <a:endParaRPr sz="2400">
                <a:solidFill>
                  <a:schemeClr val="bg1"/>
                </a:solidFill>
              </a:endParaRPr>
            </a:p>
          </p:txBody>
        </p:sp>
        <p:sp>
          <p:nvSpPr>
            <p:cNvPr id="632" name="Google Shape;632;p59"/>
            <p:cNvSpPr/>
            <p:nvPr/>
          </p:nvSpPr>
          <p:spPr>
            <a:xfrm>
              <a:off x="5478924" y="1745422"/>
              <a:ext cx="99716" cy="10280"/>
            </a:xfrm>
            <a:custGeom>
              <a:avLst/>
              <a:gdLst/>
              <a:ahLst/>
              <a:cxnLst/>
              <a:rect l="l" t="t" r="r" b="b"/>
              <a:pathLst>
                <a:path w="3133" h="323" extrusionOk="0">
                  <a:moveTo>
                    <a:pt x="156" y="1"/>
                  </a:moveTo>
                  <a:cubicBezTo>
                    <a:pt x="72" y="1"/>
                    <a:pt x="1" y="72"/>
                    <a:pt x="1" y="156"/>
                  </a:cubicBezTo>
                  <a:cubicBezTo>
                    <a:pt x="1" y="251"/>
                    <a:pt x="72" y="322"/>
                    <a:pt x="156" y="322"/>
                  </a:cubicBezTo>
                  <a:lnTo>
                    <a:pt x="2977" y="322"/>
                  </a:lnTo>
                  <a:cubicBezTo>
                    <a:pt x="3061" y="322"/>
                    <a:pt x="3132" y="251"/>
                    <a:pt x="3132" y="156"/>
                  </a:cubicBezTo>
                  <a:cubicBezTo>
                    <a:pt x="3132" y="72"/>
                    <a:pt x="3061" y="1"/>
                    <a:pt x="2977" y="1"/>
                  </a:cubicBezTo>
                  <a:close/>
                </a:path>
              </a:pathLst>
            </a:custGeom>
            <a:grpFill/>
            <a:ln>
              <a:noFill/>
            </a:ln>
          </p:spPr>
          <p:txBody>
            <a:bodyPr spcFirstLastPara="1" wrap="square" lIns="121900" tIns="121900" rIns="121900" bIns="121900" anchor="ctr" anchorCtr="0">
              <a:noAutofit/>
            </a:bodyPr>
            <a:lstStyle/>
            <a:p>
              <a:endParaRPr sz="2400">
                <a:solidFill>
                  <a:schemeClr val="bg1"/>
                </a:solidFill>
              </a:endParaRPr>
            </a:p>
          </p:txBody>
        </p:sp>
        <p:sp>
          <p:nvSpPr>
            <p:cNvPr id="633" name="Google Shape;633;p59"/>
            <p:cNvSpPr/>
            <p:nvPr/>
          </p:nvSpPr>
          <p:spPr>
            <a:xfrm>
              <a:off x="5478924" y="1773112"/>
              <a:ext cx="60663" cy="10630"/>
            </a:xfrm>
            <a:custGeom>
              <a:avLst/>
              <a:gdLst/>
              <a:ahLst/>
              <a:cxnLst/>
              <a:rect l="l" t="t" r="r" b="b"/>
              <a:pathLst>
                <a:path w="1906" h="334" extrusionOk="0">
                  <a:moveTo>
                    <a:pt x="167" y="0"/>
                  </a:moveTo>
                  <a:cubicBezTo>
                    <a:pt x="72" y="0"/>
                    <a:pt x="1" y="83"/>
                    <a:pt x="1" y="167"/>
                  </a:cubicBezTo>
                  <a:cubicBezTo>
                    <a:pt x="1" y="262"/>
                    <a:pt x="72" y="333"/>
                    <a:pt x="167" y="333"/>
                  </a:cubicBezTo>
                  <a:lnTo>
                    <a:pt x="1739" y="333"/>
                  </a:lnTo>
                  <a:cubicBezTo>
                    <a:pt x="1822" y="333"/>
                    <a:pt x="1906" y="262"/>
                    <a:pt x="1906" y="167"/>
                  </a:cubicBezTo>
                  <a:cubicBezTo>
                    <a:pt x="1906" y="83"/>
                    <a:pt x="1846" y="0"/>
                    <a:pt x="1739" y="0"/>
                  </a:cubicBezTo>
                  <a:close/>
                </a:path>
              </a:pathLst>
            </a:custGeom>
            <a:grpFill/>
            <a:ln>
              <a:noFill/>
            </a:ln>
          </p:spPr>
          <p:txBody>
            <a:bodyPr spcFirstLastPara="1" wrap="square" lIns="121900" tIns="121900" rIns="121900" bIns="121900" anchor="ctr" anchorCtr="0">
              <a:noAutofit/>
            </a:bodyPr>
            <a:lstStyle/>
            <a:p>
              <a:endParaRPr sz="2400">
                <a:solidFill>
                  <a:schemeClr val="bg1"/>
                </a:solidFill>
              </a:endParaRPr>
            </a:p>
          </p:txBody>
        </p:sp>
        <p:sp>
          <p:nvSpPr>
            <p:cNvPr id="634" name="Google Shape;634;p59"/>
            <p:cNvSpPr/>
            <p:nvPr/>
          </p:nvSpPr>
          <p:spPr>
            <a:xfrm>
              <a:off x="5478924" y="1795455"/>
              <a:ext cx="99716" cy="10630"/>
            </a:xfrm>
            <a:custGeom>
              <a:avLst/>
              <a:gdLst/>
              <a:ahLst/>
              <a:cxnLst/>
              <a:rect l="l" t="t" r="r" b="b"/>
              <a:pathLst>
                <a:path w="3133" h="334" extrusionOk="0">
                  <a:moveTo>
                    <a:pt x="156" y="1"/>
                  </a:moveTo>
                  <a:cubicBezTo>
                    <a:pt x="72" y="1"/>
                    <a:pt x="1" y="72"/>
                    <a:pt x="1" y="167"/>
                  </a:cubicBezTo>
                  <a:cubicBezTo>
                    <a:pt x="1" y="251"/>
                    <a:pt x="72" y="334"/>
                    <a:pt x="156" y="334"/>
                  </a:cubicBezTo>
                  <a:lnTo>
                    <a:pt x="2977" y="334"/>
                  </a:lnTo>
                  <a:cubicBezTo>
                    <a:pt x="3061" y="334"/>
                    <a:pt x="3132" y="251"/>
                    <a:pt x="3132" y="167"/>
                  </a:cubicBezTo>
                  <a:cubicBezTo>
                    <a:pt x="3132" y="72"/>
                    <a:pt x="3061" y="1"/>
                    <a:pt x="2977" y="1"/>
                  </a:cubicBezTo>
                  <a:close/>
                </a:path>
              </a:pathLst>
            </a:custGeom>
            <a:grpFill/>
            <a:ln>
              <a:noFill/>
            </a:ln>
          </p:spPr>
          <p:txBody>
            <a:bodyPr spcFirstLastPara="1" wrap="square" lIns="121900" tIns="121900" rIns="121900" bIns="121900" anchor="ctr" anchorCtr="0">
              <a:noAutofit/>
            </a:bodyPr>
            <a:lstStyle/>
            <a:p>
              <a:endParaRPr sz="2400">
                <a:solidFill>
                  <a:schemeClr val="bg1"/>
                </a:solidFill>
              </a:endParaRPr>
            </a:p>
          </p:txBody>
        </p:sp>
        <p:sp>
          <p:nvSpPr>
            <p:cNvPr id="635" name="Google Shape;635;p59"/>
            <p:cNvSpPr/>
            <p:nvPr/>
          </p:nvSpPr>
          <p:spPr>
            <a:xfrm>
              <a:off x="5478924" y="1588926"/>
              <a:ext cx="99716" cy="10662"/>
            </a:xfrm>
            <a:custGeom>
              <a:avLst/>
              <a:gdLst/>
              <a:ahLst/>
              <a:cxnLst/>
              <a:rect l="l" t="t" r="r" b="b"/>
              <a:pathLst>
                <a:path w="3133" h="335" extrusionOk="0">
                  <a:moveTo>
                    <a:pt x="156" y="1"/>
                  </a:moveTo>
                  <a:cubicBezTo>
                    <a:pt x="72" y="1"/>
                    <a:pt x="1" y="72"/>
                    <a:pt x="1" y="167"/>
                  </a:cubicBezTo>
                  <a:cubicBezTo>
                    <a:pt x="1" y="251"/>
                    <a:pt x="72" y="334"/>
                    <a:pt x="156" y="334"/>
                  </a:cubicBezTo>
                  <a:lnTo>
                    <a:pt x="2977" y="334"/>
                  </a:lnTo>
                  <a:cubicBezTo>
                    <a:pt x="3061" y="334"/>
                    <a:pt x="3132" y="251"/>
                    <a:pt x="3132" y="167"/>
                  </a:cubicBezTo>
                  <a:cubicBezTo>
                    <a:pt x="3132" y="72"/>
                    <a:pt x="3061" y="1"/>
                    <a:pt x="2977" y="1"/>
                  </a:cubicBezTo>
                  <a:close/>
                </a:path>
              </a:pathLst>
            </a:custGeom>
            <a:grpFill/>
            <a:ln>
              <a:noFill/>
            </a:ln>
          </p:spPr>
          <p:txBody>
            <a:bodyPr spcFirstLastPara="1" wrap="square" lIns="121900" tIns="121900" rIns="121900" bIns="121900" anchor="ctr" anchorCtr="0">
              <a:noAutofit/>
            </a:bodyPr>
            <a:lstStyle/>
            <a:p>
              <a:endParaRPr sz="2400">
                <a:solidFill>
                  <a:schemeClr val="bg1"/>
                </a:solidFill>
              </a:endParaRPr>
            </a:p>
          </p:txBody>
        </p:sp>
        <p:sp>
          <p:nvSpPr>
            <p:cNvPr id="636" name="Google Shape;636;p59"/>
            <p:cNvSpPr/>
            <p:nvPr/>
          </p:nvSpPr>
          <p:spPr>
            <a:xfrm>
              <a:off x="5434207" y="1639341"/>
              <a:ext cx="144783" cy="10248"/>
            </a:xfrm>
            <a:custGeom>
              <a:avLst/>
              <a:gdLst/>
              <a:ahLst/>
              <a:cxnLst/>
              <a:rect l="l" t="t" r="r" b="b"/>
              <a:pathLst>
                <a:path w="4549" h="322" extrusionOk="0">
                  <a:moveTo>
                    <a:pt x="167" y="0"/>
                  </a:moveTo>
                  <a:cubicBezTo>
                    <a:pt x="84" y="0"/>
                    <a:pt x="1" y="72"/>
                    <a:pt x="1" y="155"/>
                  </a:cubicBezTo>
                  <a:cubicBezTo>
                    <a:pt x="1" y="250"/>
                    <a:pt x="84" y="322"/>
                    <a:pt x="167" y="322"/>
                  </a:cubicBezTo>
                  <a:lnTo>
                    <a:pt x="4382" y="322"/>
                  </a:lnTo>
                  <a:cubicBezTo>
                    <a:pt x="4466" y="322"/>
                    <a:pt x="4537" y="250"/>
                    <a:pt x="4537" y="155"/>
                  </a:cubicBezTo>
                  <a:cubicBezTo>
                    <a:pt x="4549" y="72"/>
                    <a:pt x="4466" y="0"/>
                    <a:pt x="4382" y="0"/>
                  </a:cubicBezTo>
                  <a:close/>
                </a:path>
              </a:pathLst>
            </a:custGeom>
            <a:grpFill/>
            <a:ln>
              <a:noFill/>
            </a:ln>
          </p:spPr>
          <p:txBody>
            <a:bodyPr spcFirstLastPara="1" wrap="square" lIns="121900" tIns="121900" rIns="121900" bIns="121900" anchor="ctr" anchorCtr="0">
              <a:noAutofit/>
            </a:bodyPr>
            <a:lstStyle/>
            <a:p>
              <a:endParaRPr sz="2400">
                <a:solidFill>
                  <a:schemeClr val="bg1"/>
                </a:solidFill>
              </a:endParaRPr>
            </a:p>
          </p:txBody>
        </p:sp>
        <p:sp>
          <p:nvSpPr>
            <p:cNvPr id="637" name="Google Shape;637;p59"/>
            <p:cNvSpPr/>
            <p:nvPr/>
          </p:nvSpPr>
          <p:spPr>
            <a:xfrm>
              <a:off x="5479306" y="1611301"/>
              <a:ext cx="26926" cy="10248"/>
            </a:xfrm>
            <a:custGeom>
              <a:avLst/>
              <a:gdLst/>
              <a:ahLst/>
              <a:cxnLst/>
              <a:rect l="l" t="t" r="r" b="b"/>
              <a:pathLst>
                <a:path w="846" h="322" extrusionOk="0">
                  <a:moveTo>
                    <a:pt x="167" y="0"/>
                  </a:moveTo>
                  <a:cubicBezTo>
                    <a:pt x="72" y="0"/>
                    <a:pt x="1" y="72"/>
                    <a:pt x="1" y="167"/>
                  </a:cubicBezTo>
                  <a:cubicBezTo>
                    <a:pt x="1" y="250"/>
                    <a:pt x="72" y="322"/>
                    <a:pt x="167" y="322"/>
                  </a:cubicBezTo>
                  <a:lnTo>
                    <a:pt x="691" y="322"/>
                  </a:lnTo>
                  <a:cubicBezTo>
                    <a:pt x="775" y="322"/>
                    <a:pt x="846" y="250"/>
                    <a:pt x="846" y="167"/>
                  </a:cubicBezTo>
                  <a:cubicBezTo>
                    <a:pt x="846" y="72"/>
                    <a:pt x="775" y="0"/>
                    <a:pt x="691" y="0"/>
                  </a:cubicBezTo>
                  <a:close/>
                </a:path>
              </a:pathLst>
            </a:custGeom>
            <a:grpFill/>
            <a:ln>
              <a:noFill/>
            </a:ln>
          </p:spPr>
          <p:txBody>
            <a:bodyPr spcFirstLastPara="1" wrap="square" lIns="121900" tIns="121900" rIns="121900" bIns="121900" anchor="ctr" anchorCtr="0">
              <a:noAutofit/>
            </a:bodyPr>
            <a:lstStyle/>
            <a:p>
              <a:endParaRPr sz="2400">
                <a:solidFill>
                  <a:schemeClr val="bg1"/>
                </a:solidFill>
              </a:endParaRPr>
            </a:p>
          </p:txBody>
        </p:sp>
        <p:sp>
          <p:nvSpPr>
            <p:cNvPr id="638" name="Google Shape;638;p59"/>
            <p:cNvSpPr/>
            <p:nvPr/>
          </p:nvSpPr>
          <p:spPr>
            <a:xfrm>
              <a:off x="5518327" y="1611301"/>
              <a:ext cx="26958" cy="10248"/>
            </a:xfrm>
            <a:custGeom>
              <a:avLst/>
              <a:gdLst/>
              <a:ahLst/>
              <a:cxnLst/>
              <a:rect l="l" t="t" r="r" b="b"/>
              <a:pathLst>
                <a:path w="847" h="322" extrusionOk="0">
                  <a:moveTo>
                    <a:pt x="156" y="0"/>
                  </a:moveTo>
                  <a:cubicBezTo>
                    <a:pt x="72" y="0"/>
                    <a:pt x="1" y="72"/>
                    <a:pt x="1" y="167"/>
                  </a:cubicBezTo>
                  <a:cubicBezTo>
                    <a:pt x="1" y="250"/>
                    <a:pt x="72" y="322"/>
                    <a:pt x="156" y="322"/>
                  </a:cubicBezTo>
                  <a:lnTo>
                    <a:pt x="680" y="322"/>
                  </a:lnTo>
                  <a:cubicBezTo>
                    <a:pt x="763" y="322"/>
                    <a:pt x="846" y="250"/>
                    <a:pt x="846" y="167"/>
                  </a:cubicBezTo>
                  <a:cubicBezTo>
                    <a:pt x="846" y="72"/>
                    <a:pt x="763" y="0"/>
                    <a:pt x="680" y="0"/>
                  </a:cubicBezTo>
                  <a:close/>
                </a:path>
              </a:pathLst>
            </a:custGeom>
            <a:grpFill/>
            <a:ln>
              <a:noFill/>
            </a:ln>
          </p:spPr>
          <p:txBody>
            <a:bodyPr spcFirstLastPara="1" wrap="square" lIns="121900" tIns="121900" rIns="121900" bIns="121900" anchor="ctr" anchorCtr="0">
              <a:noAutofit/>
            </a:bodyPr>
            <a:lstStyle/>
            <a:p>
              <a:endParaRPr sz="2400">
                <a:solidFill>
                  <a:schemeClr val="bg1"/>
                </a:solidFill>
              </a:endParaRPr>
            </a:p>
          </p:txBody>
        </p:sp>
        <p:sp>
          <p:nvSpPr>
            <p:cNvPr id="639" name="Google Shape;639;p59"/>
            <p:cNvSpPr/>
            <p:nvPr/>
          </p:nvSpPr>
          <p:spPr>
            <a:xfrm>
              <a:off x="5434207" y="1588926"/>
              <a:ext cx="32623" cy="32623"/>
            </a:xfrm>
            <a:custGeom>
              <a:avLst/>
              <a:gdLst/>
              <a:ahLst/>
              <a:cxnLst/>
              <a:rect l="l" t="t" r="r" b="b"/>
              <a:pathLst>
                <a:path w="1025" h="1025" extrusionOk="0">
                  <a:moveTo>
                    <a:pt x="703" y="334"/>
                  </a:moveTo>
                  <a:lnTo>
                    <a:pt x="703" y="703"/>
                  </a:lnTo>
                  <a:lnTo>
                    <a:pt x="334" y="703"/>
                  </a:lnTo>
                  <a:lnTo>
                    <a:pt x="334" y="334"/>
                  </a:lnTo>
                  <a:close/>
                  <a:moveTo>
                    <a:pt x="167" y="1"/>
                  </a:moveTo>
                  <a:cubicBezTo>
                    <a:pt x="84" y="1"/>
                    <a:pt x="1" y="72"/>
                    <a:pt x="1" y="167"/>
                  </a:cubicBezTo>
                  <a:lnTo>
                    <a:pt x="1" y="870"/>
                  </a:lnTo>
                  <a:cubicBezTo>
                    <a:pt x="1" y="953"/>
                    <a:pt x="84" y="1025"/>
                    <a:pt x="167" y="1025"/>
                  </a:cubicBezTo>
                  <a:lnTo>
                    <a:pt x="870" y="1025"/>
                  </a:lnTo>
                  <a:cubicBezTo>
                    <a:pt x="953" y="1025"/>
                    <a:pt x="1025" y="953"/>
                    <a:pt x="1025" y="870"/>
                  </a:cubicBezTo>
                  <a:lnTo>
                    <a:pt x="1025" y="167"/>
                  </a:lnTo>
                  <a:cubicBezTo>
                    <a:pt x="1025" y="72"/>
                    <a:pt x="953" y="1"/>
                    <a:pt x="870" y="1"/>
                  </a:cubicBezTo>
                  <a:close/>
                </a:path>
              </a:pathLst>
            </a:custGeom>
            <a:grpFill/>
            <a:ln>
              <a:noFill/>
            </a:ln>
          </p:spPr>
          <p:txBody>
            <a:bodyPr spcFirstLastPara="1" wrap="square" lIns="121900" tIns="121900" rIns="121900" bIns="121900" anchor="ctr" anchorCtr="0">
              <a:noAutofit/>
            </a:bodyPr>
            <a:lstStyle/>
            <a:p>
              <a:endParaRPr sz="2400">
                <a:solidFill>
                  <a:schemeClr val="bg1"/>
                </a:solidFill>
              </a:endParaRPr>
            </a:p>
          </p:txBody>
        </p:sp>
      </p:grpSp>
      <p:grpSp>
        <p:nvGrpSpPr>
          <p:cNvPr id="655" name="Google Shape;655;p59"/>
          <p:cNvGrpSpPr/>
          <p:nvPr/>
        </p:nvGrpSpPr>
        <p:grpSpPr>
          <a:xfrm>
            <a:off x="9523038" y="3702953"/>
            <a:ext cx="527021" cy="468416"/>
            <a:chOff x="7929578" y="4284365"/>
            <a:chExt cx="395266" cy="351312"/>
          </a:xfrm>
        </p:grpSpPr>
        <p:sp>
          <p:nvSpPr>
            <p:cNvPr id="656" name="Google Shape;656;p59"/>
            <p:cNvSpPr/>
            <p:nvPr/>
          </p:nvSpPr>
          <p:spPr>
            <a:xfrm>
              <a:off x="7954213" y="4588668"/>
              <a:ext cx="11394" cy="47009"/>
            </a:xfrm>
            <a:custGeom>
              <a:avLst/>
              <a:gdLst/>
              <a:ahLst/>
              <a:cxnLst/>
              <a:rect l="l" t="t" r="r" b="b"/>
              <a:pathLst>
                <a:path w="358" h="1477" extrusionOk="0">
                  <a:moveTo>
                    <a:pt x="179" y="0"/>
                  </a:moveTo>
                  <a:cubicBezTo>
                    <a:pt x="84" y="0"/>
                    <a:pt x="0" y="84"/>
                    <a:pt x="0" y="179"/>
                  </a:cubicBezTo>
                  <a:lnTo>
                    <a:pt x="0" y="1298"/>
                  </a:lnTo>
                  <a:cubicBezTo>
                    <a:pt x="0" y="1405"/>
                    <a:pt x="84" y="1477"/>
                    <a:pt x="179" y="1477"/>
                  </a:cubicBezTo>
                  <a:cubicBezTo>
                    <a:pt x="286" y="1477"/>
                    <a:pt x="358" y="1405"/>
                    <a:pt x="358" y="1298"/>
                  </a:cubicBezTo>
                  <a:lnTo>
                    <a:pt x="358" y="179"/>
                  </a:lnTo>
                  <a:cubicBezTo>
                    <a:pt x="358" y="96"/>
                    <a:pt x="286" y="0"/>
                    <a:pt x="179" y="0"/>
                  </a:cubicBezTo>
                  <a:close/>
                </a:path>
              </a:pathLst>
            </a:custGeom>
            <a:solidFill>
              <a:schemeClr val="dk1"/>
            </a:solidFill>
            <a:ln>
              <a:noFill/>
            </a:ln>
          </p:spPr>
          <p:txBody>
            <a:bodyPr spcFirstLastPara="1" wrap="square" lIns="121900" tIns="121900" rIns="121900" bIns="121900" anchor="ctr" anchorCtr="0">
              <a:noAutofit/>
            </a:bodyPr>
            <a:lstStyle/>
            <a:p>
              <a:endParaRPr sz="2400">
                <a:solidFill>
                  <a:schemeClr val="bg1"/>
                </a:solidFill>
              </a:endParaRPr>
            </a:p>
          </p:txBody>
        </p:sp>
        <p:sp>
          <p:nvSpPr>
            <p:cNvPr id="657" name="Google Shape;657;p59"/>
            <p:cNvSpPr/>
            <p:nvPr/>
          </p:nvSpPr>
          <p:spPr>
            <a:xfrm>
              <a:off x="7929578" y="4432522"/>
              <a:ext cx="213372" cy="203155"/>
            </a:xfrm>
            <a:custGeom>
              <a:avLst/>
              <a:gdLst/>
              <a:ahLst/>
              <a:cxnLst/>
              <a:rect l="l" t="t" r="r" b="b"/>
              <a:pathLst>
                <a:path w="6704" h="6383" extrusionOk="0">
                  <a:moveTo>
                    <a:pt x="6192" y="1013"/>
                  </a:moveTo>
                  <a:lnTo>
                    <a:pt x="6275" y="1275"/>
                  </a:lnTo>
                  <a:cubicBezTo>
                    <a:pt x="6287" y="1358"/>
                    <a:pt x="6275" y="1430"/>
                    <a:pt x="6216" y="1489"/>
                  </a:cubicBezTo>
                  <a:lnTo>
                    <a:pt x="6108" y="1596"/>
                  </a:lnTo>
                  <a:lnTo>
                    <a:pt x="5858" y="1334"/>
                  </a:lnTo>
                  <a:lnTo>
                    <a:pt x="6192" y="1013"/>
                  </a:lnTo>
                  <a:close/>
                  <a:moveTo>
                    <a:pt x="1941" y="382"/>
                  </a:moveTo>
                  <a:cubicBezTo>
                    <a:pt x="2251" y="382"/>
                    <a:pt x="2536" y="501"/>
                    <a:pt x="2763" y="727"/>
                  </a:cubicBezTo>
                  <a:cubicBezTo>
                    <a:pt x="2965" y="953"/>
                    <a:pt x="3096" y="1251"/>
                    <a:pt x="3132" y="1573"/>
                  </a:cubicBezTo>
                  <a:cubicBezTo>
                    <a:pt x="3144" y="1692"/>
                    <a:pt x="3156" y="1846"/>
                    <a:pt x="3179" y="2001"/>
                  </a:cubicBezTo>
                  <a:cubicBezTo>
                    <a:pt x="2977" y="1680"/>
                    <a:pt x="2656" y="1430"/>
                    <a:pt x="2239" y="1287"/>
                  </a:cubicBezTo>
                  <a:cubicBezTo>
                    <a:pt x="1947" y="1199"/>
                    <a:pt x="1670" y="1191"/>
                    <a:pt x="1579" y="1191"/>
                  </a:cubicBezTo>
                  <a:cubicBezTo>
                    <a:pt x="1559" y="1191"/>
                    <a:pt x="1548" y="1192"/>
                    <a:pt x="1548" y="1192"/>
                  </a:cubicBezTo>
                  <a:cubicBezTo>
                    <a:pt x="1513" y="1192"/>
                    <a:pt x="1465" y="1204"/>
                    <a:pt x="1429" y="1251"/>
                  </a:cubicBezTo>
                  <a:lnTo>
                    <a:pt x="1108" y="1585"/>
                  </a:lnTo>
                  <a:cubicBezTo>
                    <a:pt x="1036" y="1668"/>
                    <a:pt x="1036" y="1787"/>
                    <a:pt x="1108" y="1846"/>
                  </a:cubicBezTo>
                  <a:cubicBezTo>
                    <a:pt x="1143" y="1882"/>
                    <a:pt x="1191" y="1900"/>
                    <a:pt x="1237" y="1900"/>
                  </a:cubicBezTo>
                  <a:cubicBezTo>
                    <a:pt x="1283" y="1900"/>
                    <a:pt x="1328" y="1882"/>
                    <a:pt x="1358" y="1846"/>
                  </a:cubicBezTo>
                  <a:lnTo>
                    <a:pt x="1632" y="1561"/>
                  </a:lnTo>
                  <a:cubicBezTo>
                    <a:pt x="1870" y="1573"/>
                    <a:pt x="2620" y="1668"/>
                    <a:pt x="2906" y="2299"/>
                  </a:cubicBezTo>
                  <a:cubicBezTo>
                    <a:pt x="2834" y="2763"/>
                    <a:pt x="2417" y="3120"/>
                    <a:pt x="1929" y="3120"/>
                  </a:cubicBezTo>
                  <a:cubicBezTo>
                    <a:pt x="1393" y="3120"/>
                    <a:pt x="941" y="2680"/>
                    <a:pt x="941" y="2144"/>
                  </a:cubicBezTo>
                  <a:cubicBezTo>
                    <a:pt x="941" y="2037"/>
                    <a:pt x="870" y="1966"/>
                    <a:pt x="762" y="1966"/>
                  </a:cubicBezTo>
                  <a:cubicBezTo>
                    <a:pt x="751" y="1966"/>
                    <a:pt x="715" y="1966"/>
                    <a:pt x="703" y="1977"/>
                  </a:cubicBezTo>
                  <a:cubicBezTo>
                    <a:pt x="715" y="1835"/>
                    <a:pt x="751" y="1680"/>
                    <a:pt x="751" y="1573"/>
                  </a:cubicBezTo>
                  <a:cubicBezTo>
                    <a:pt x="774" y="1251"/>
                    <a:pt x="893" y="953"/>
                    <a:pt x="1120" y="727"/>
                  </a:cubicBezTo>
                  <a:cubicBezTo>
                    <a:pt x="1334" y="501"/>
                    <a:pt x="1632" y="382"/>
                    <a:pt x="1941" y="382"/>
                  </a:cubicBezTo>
                  <a:close/>
                  <a:moveTo>
                    <a:pt x="631" y="2442"/>
                  </a:moveTo>
                  <a:cubicBezTo>
                    <a:pt x="703" y="2763"/>
                    <a:pt x="917" y="3049"/>
                    <a:pt x="1179" y="3228"/>
                  </a:cubicBezTo>
                  <a:lnTo>
                    <a:pt x="1179" y="3442"/>
                  </a:lnTo>
                  <a:lnTo>
                    <a:pt x="1167" y="3442"/>
                  </a:lnTo>
                  <a:cubicBezTo>
                    <a:pt x="822" y="3382"/>
                    <a:pt x="572" y="3287"/>
                    <a:pt x="417" y="3216"/>
                  </a:cubicBezTo>
                  <a:cubicBezTo>
                    <a:pt x="405" y="3216"/>
                    <a:pt x="417" y="3204"/>
                    <a:pt x="417" y="3204"/>
                  </a:cubicBezTo>
                  <a:cubicBezTo>
                    <a:pt x="501" y="2989"/>
                    <a:pt x="572" y="2728"/>
                    <a:pt x="631" y="2442"/>
                  </a:cubicBezTo>
                  <a:close/>
                  <a:moveTo>
                    <a:pt x="3239" y="2454"/>
                  </a:moveTo>
                  <a:cubicBezTo>
                    <a:pt x="3275" y="2692"/>
                    <a:pt x="3334" y="2942"/>
                    <a:pt x="3418" y="3144"/>
                  </a:cubicBezTo>
                  <a:lnTo>
                    <a:pt x="3084" y="3454"/>
                  </a:lnTo>
                  <a:cubicBezTo>
                    <a:pt x="3037" y="3478"/>
                    <a:pt x="3001" y="3513"/>
                    <a:pt x="2941" y="3513"/>
                  </a:cubicBezTo>
                  <a:lnTo>
                    <a:pt x="2894" y="3513"/>
                  </a:lnTo>
                  <a:cubicBezTo>
                    <a:pt x="2775" y="3513"/>
                    <a:pt x="2679" y="3418"/>
                    <a:pt x="2679" y="3299"/>
                  </a:cubicBezTo>
                  <a:lnTo>
                    <a:pt x="2679" y="3239"/>
                  </a:lnTo>
                  <a:cubicBezTo>
                    <a:pt x="2953" y="3061"/>
                    <a:pt x="3144" y="2787"/>
                    <a:pt x="3239" y="2454"/>
                  </a:cubicBezTo>
                  <a:close/>
                  <a:moveTo>
                    <a:pt x="2358" y="3418"/>
                  </a:moveTo>
                  <a:cubicBezTo>
                    <a:pt x="2370" y="3525"/>
                    <a:pt x="2429" y="3620"/>
                    <a:pt x="2489" y="3692"/>
                  </a:cubicBezTo>
                  <a:lnTo>
                    <a:pt x="2203" y="3954"/>
                  </a:lnTo>
                  <a:cubicBezTo>
                    <a:pt x="2132" y="4031"/>
                    <a:pt x="2033" y="4070"/>
                    <a:pt x="1934" y="4070"/>
                  </a:cubicBezTo>
                  <a:cubicBezTo>
                    <a:pt x="1834" y="4070"/>
                    <a:pt x="1733" y="4031"/>
                    <a:pt x="1655" y="3954"/>
                  </a:cubicBezTo>
                  <a:lnTo>
                    <a:pt x="1489" y="3799"/>
                  </a:lnTo>
                  <a:cubicBezTo>
                    <a:pt x="1524" y="3740"/>
                    <a:pt x="1536" y="3680"/>
                    <a:pt x="1536" y="3620"/>
                  </a:cubicBezTo>
                  <a:lnTo>
                    <a:pt x="1536" y="3418"/>
                  </a:lnTo>
                  <a:cubicBezTo>
                    <a:pt x="1667" y="3466"/>
                    <a:pt x="1810" y="3478"/>
                    <a:pt x="1941" y="3478"/>
                  </a:cubicBezTo>
                  <a:cubicBezTo>
                    <a:pt x="2084" y="3478"/>
                    <a:pt x="2227" y="3454"/>
                    <a:pt x="2358" y="3418"/>
                  </a:cubicBezTo>
                  <a:close/>
                  <a:moveTo>
                    <a:pt x="1941" y="1"/>
                  </a:moveTo>
                  <a:cubicBezTo>
                    <a:pt x="1120" y="1"/>
                    <a:pt x="465" y="656"/>
                    <a:pt x="393" y="1537"/>
                  </a:cubicBezTo>
                  <a:cubicBezTo>
                    <a:pt x="358" y="1882"/>
                    <a:pt x="239" y="2644"/>
                    <a:pt x="72" y="3061"/>
                  </a:cubicBezTo>
                  <a:cubicBezTo>
                    <a:pt x="0" y="3251"/>
                    <a:pt x="96" y="3454"/>
                    <a:pt x="274" y="3537"/>
                  </a:cubicBezTo>
                  <a:cubicBezTo>
                    <a:pt x="405" y="3597"/>
                    <a:pt x="608" y="3692"/>
                    <a:pt x="893" y="3751"/>
                  </a:cubicBezTo>
                  <a:lnTo>
                    <a:pt x="417" y="3990"/>
                  </a:lnTo>
                  <a:cubicBezTo>
                    <a:pt x="155" y="4121"/>
                    <a:pt x="0" y="4371"/>
                    <a:pt x="0" y="4668"/>
                  </a:cubicBezTo>
                  <a:lnTo>
                    <a:pt x="0" y="6204"/>
                  </a:lnTo>
                  <a:cubicBezTo>
                    <a:pt x="0" y="6311"/>
                    <a:pt x="72" y="6383"/>
                    <a:pt x="179" y="6383"/>
                  </a:cubicBezTo>
                  <a:cubicBezTo>
                    <a:pt x="286" y="6383"/>
                    <a:pt x="358" y="6311"/>
                    <a:pt x="358" y="6204"/>
                  </a:cubicBezTo>
                  <a:lnTo>
                    <a:pt x="358" y="4668"/>
                  </a:lnTo>
                  <a:cubicBezTo>
                    <a:pt x="358" y="4525"/>
                    <a:pt x="453" y="4371"/>
                    <a:pt x="584" y="4311"/>
                  </a:cubicBezTo>
                  <a:lnTo>
                    <a:pt x="1191" y="4013"/>
                  </a:lnTo>
                  <a:lnTo>
                    <a:pt x="1405" y="4216"/>
                  </a:lnTo>
                  <a:cubicBezTo>
                    <a:pt x="1548" y="4347"/>
                    <a:pt x="1739" y="4418"/>
                    <a:pt x="1929" y="4418"/>
                  </a:cubicBezTo>
                  <a:cubicBezTo>
                    <a:pt x="2120" y="4418"/>
                    <a:pt x="2310" y="4347"/>
                    <a:pt x="2453" y="4216"/>
                  </a:cubicBezTo>
                  <a:lnTo>
                    <a:pt x="2822" y="3859"/>
                  </a:lnTo>
                  <a:lnTo>
                    <a:pt x="2929" y="3859"/>
                  </a:lnTo>
                  <a:cubicBezTo>
                    <a:pt x="3084" y="3859"/>
                    <a:pt x="3215" y="3799"/>
                    <a:pt x="3322" y="3692"/>
                  </a:cubicBezTo>
                  <a:lnTo>
                    <a:pt x="5584" y="1561"/>
                  </a:lnTo>
                  <a:lnTo>
                    <a:pt x="5835" y="1811"/>
                  </a:lnTo>
                  <a:lnTo>
                    <a:pt x="3001" y="4656"/>
                  </a:lnTo>
                  <a:cubicBezTo>
                    <a:pt x="2822" y="4835"/>
                    <a:pt x="2715" y="5073"/>
                    <a:pt x="2715" y="5347"/>
                  </a:cubicBezTo>
                  <a:lnTo>
                    <a:pt x="2715" y="6192"/>
                  </a:lnTo>
                  <a:cubicBezTo>
                    <a:pt x="2715" y="6299"/>
                    <a:pt x="2787" y="6371"/>
                    <a:pt x="2894" y="6371"/>
                  </a:cubicBezTo>
                  <a:cubicBezTo>
                    <a:pt x="3001" y="6371"/>
                    <a:pt x="3072" y="6299"/>
                    <a:pt x="3072" y="6192"/>
                  </a:cubicBezTo>
                  <a:lnTo>
                    <a:pt x="3072" y="5371"/>
                  </a:lnTo>
                  <a:cubicBezTo>
                    <a:pt x="3072" y="5204"/>
                    <a:pt x="3132" y="5061"/>
                    <a:pt x="3251" y="4954"/>
                  </a:cubicBezTo>
                  <a:lnTo>
                    <a:pt x="6466" y="1739"/>
                  </a:lnTo>
                  <a:cubicBezTo>
                    <a:pt x="6597" y="1608"/>
                    <a:pt x="6656" y="1394"/>
                    <a:pt x="6608" y="1204"/>
                  </a:cubicBezTo>
                  <a:lnTo>
                    <a:pt x="6513" y="727"/>
                  </a:lnTo>
                  <a:lnTo>
                    <a:pt x="6632" y="608"/>
                  </a:lnTo>
                  <a:cubicBezTo>
                    <a:pt x="6704" y="537"/>
                    <a:pt x="6704" y="430"/>
                    <a:pt x="6644" y="358"/>
                  </a:cubicBezTo>
                  <a:cubicBezTo>
                    <a:pt x="6607" y="321"/>
                    <a:pt x="6560" y="303"/>
                    <a:pt x="6513" y="303"/>
                  </a:cubicBezTo>
                  <a:cubicBezTo>
                    <a:pt x="6470" y="303"/>
                    <a:pt x="6428" y="318"/>
                    <a:pt x="6394" y="346"/>
                  </a:cubicBezTo>
                  <a:lnTo>
                    <a:pt x="3727" y="2858"/>
                  </a:lnTo>
                  <a:cubicBezTo>
                    <a:pt x="3608" y="2430"/>
                    <a:pt x="3501" y="1846"/>
                    <a:pt x="3489" y="1537"/>
                  </a:cubicBezTo>
                  <a:cubicBezTo>
                    <a:pt x="3429" y="656"/>
                    <a:pt x="2751" y="1"/>
                    <a:pt x="1941" y="1"/>
                  </a:cubicBezTo>
                  <a:close/>
                </a:path>
              </a:pathLst>
            </a:custGeom>
            <a:solidFill>
              <a:schemeClr val="dk1"/>
            </a:solidFill>
            <a:ln>
              <a:noFill/>
            </a:ln>
          </p:spPr>
          <p:txBody>
            <a:bodyPr spcFirstLastPara="1" wrap="square" lIns="121900" tIns="121900" rIns="121900" bIns="121900" anchor="ctr" anchorCtr="0">
              <a:noAutofit/>
            </a:bodyPr>
            <a:lstStyle/>
            <a:p>
              <a:endParaRPr sz="2400">
                <a:solidFill>
                  <a:schemeClr val="bg1"/>
                </a:solidFill>
              </a:endParaRPr>
            </a:p>
          </p:txBody>
        </p:sp>
        <p:sp>
          <p:nvSpPr>
            <p:cNvPr id="658" name="Google Shape;658;p59"/>
            <p:cNvSpPr/>
            <p:nvPr/>
          </p:nvSpPr>
          <p:spPr>
            <a:xfrm>
              <a:off x="8090243" y="4284365"/>
              <a:ext cx="234601" cy="196344"/>
            </a:xfrm>
            <a:custGeom>
              <a:avLst/>
              <a:gdLst/>
              <a:ahLst/>
              <a:cxnLst/>
              <a:rect l="l" t="t" r="r" b="b"/>
              <a:pathLst>
                <a:path w="7371" h="6169" extrusionOk="0">
                  <a:moveTo>
                    <a:pt x="572" y="1"/>
                  </a:moveTo>
                  <a:cubicBezTo>
                    <a:pt x="251" y="1"/>
                    <a:pt x="1" y="251"/>
                    <a:pt x="1" y="560"/>
                  </a:cubicBezTo>
                  <a:lnTo>
                    <a:pt x="1" y="5275"/>
                  </a:lnTo>
                  <a:cubicBezTo>
                    <a:pt x="1" y="5382"/>
                    <a:pt x="72" y="5454"/>
                    <a:pt x="179" y="5454"/>
                  </a:cubicBezTo>
                  <a:cubicBezTo>
                    <a:pt x="286" y="5454"/>
                    <a:pt x="358" y="5382"/>
                    <a:pt x="358" y="5275"/>
                  </a:cubicBezTo>
                  <a:lnTo>
                    <a:pt x="358" y="560"/>
                  </a:lnTo>
                  <a:cubicBezTo>
                    <a:pt x="358" y="441"/>
                    <a:pt x="453" y="358"/>
                    <a:pt x="572" y="358"/>
                  </a:cubicBezTo>
                  <a:lnTo>
                    <a:pt x="6787" y="358"/>
                  </a:lnTo>
                  <a:cubicBezTo>
                    <a:pt x="6906" y="358"/>
                    <a:pt x="7002" y="441"/>
                    <a:pt x="7002" y="560"/>
                  </a:cubicBezTo>
                  <a:lnTo>
                    <a:pt x="7002" y="5608"/>
                  </a:lnTo>
                  <a:cubicBezTo>
                    <a:pt x="7002" y="5728"/>
                    <a:pt x="6906" y="5811"/>
                    <a:pt x="6787" y="5811"/>
                  </a:cubicBezTo>
                  <a:lnTo>
                    <a:pt x="2191" y="5811"/>
                  </a:lnTo>
                  <a:cubicBezTo>
                    <a:pt x="2084" y="5811"/>
                    <a:pt x="2013" y="5894"/>
                    <a:pt x="2013" y="5989"/>
                  </a:cubicBezTo>
                  <a:cubicBezTo>
                    <a:pt x="2013" y="6097"/>
                    <a:pt x="2084" y="6168"/>
                    <a:pt x="2191" y="6168"/>
                  </a:cubicBezTo>
                  <a:lnTo>
                    <a:pt x="6787" y="6168"/>
                  </a:lnTo>
                  <a:cubicBezTo>
                    <a:pt x="7097" y="6168"/>
                    <a:pt x="7359" y="5918"/>
                    <a:pt x="7359" y="5608"/>
                  </a:cubicBezTo>
                  <a:lnTo>
                    <a:pt x="7359" y="560"/>
                  </a:lnTo>
                  <a:cubicBezTo>
                    <a:pt x="7371" y="251"/>
                    <a:pt x="7097" y="1"/>
                    <a:pt x="6787" y="1"/>
                  </a:cubicBezTo>
                  <a:close/>
                </a:path>
              </a:pathLst>
            </a:custGeom>
            <a:solidFill>
              <a:schemeClr val="dk1"/>
            </a:solidFill>
            <a:ln>
              <a:noFill/>
            </a:ln>
          </p:spPr>
          <p:txBody>
            <a:bodyPr spcFirstLastPara="1" wrap="square" lIns="121900" tIns="121900" rIns="121900" bIns="121900" anchor="ctr" anchorCtr="0">
              <a:noAutofit/>
            </a:bodyPr>
            <a:lstStyle/>
            <a:p>
              <a:endParaRPr sz="2400">
                <a:solidFill>
                  <a:schemeClr val="bg1"/>
                </a:solidFill>
              </a:endParaRPr>
            </a:p>
          </p:txBody>
        </p:sp>
        <p:sp>
          <p:nvSpPr>
            <p:cNvPr id="659" name="Google Shape;659;p59"/>
            <p:cNvSpPr/>
            <p:nvPr/>
          </p:nvSpPr>
          <p:spPr>
            <a:xfrm>
              <a:off x="8145591" y="4309382"/>
              <a:ext cx="136063" cy="135299"/>
            </a:xfrm>
            <a:custGeom>
              <a:avLst/>
              <a:gdLst/>
              <a:ahLst/>
              <a:cxnLst/>
              <a:rect l="l" t="t" r="r" b="b"/>
              <a:pathLst>
                <a:path w="4275" h="4251" extrusionOk="0">
                  <a:moveTo>
                    <a:pt x="1953" y="739"/>
                  </a:moveTo>
                  <a:cubicBezTo>
                    <a:pt x="2322" y="739"/>
                    <a:pt x="2655" y="882"/>
                    <a:pt x="2917" y="1084"/>
                  </a:cubicBezTo>
                  <a:lnTo>
                    <a:pt x="1822" y="2179"/>
                  </a:lnTo>
                  <a:cubicBezTo>
                    <a:pt x="1750" y="2263"/>
                    <a:pt x="1750" y="2382"/>
                    <a:pt x="1822" y="2441"/>
                  </a:cubicBezTo>
                  <a:cubicBezTo>
                    <a:pt x="1845" y="2465"/>
                    <a:pt x="1905" y="2501"/>
                    <a:pt x="1953" y="2501"/>
                  </a:cubicBezTo>
                  <a:cubicBezTo>
                    <a:pt x="2000" y="2501"/>
                    <a:pt x="2048" y="2477"/>
                    <a:pt x="2084" y="2441"/>
                  </a:cubicBezTo>
                  <a:lnTo>
                    <a:pt x="2643" y="1882"/>
                  </a:lnTo>
                  <a:cubicBezTo>
                    <a:pt x="2715" y="2001"/>
                    <a:pt x="2762" y="2155"/>
                    <a:pt x="2762" y="2298"/>
                  </a:cubicBezTo>
                  <a:cubicBezTo>
                    <a:pt x="2762" y="2739"/>
                    <a:pt x="2405" y="3096"/>
                    <a:pt x="1965" y="3096"/>
                  </a:cubicBezTo>
                  <a:cubicBezTo>
                    <a:pt x="1536" y="3096"/>
                    <a:pt x="1179" y="2739"/>
                    <a:pt x="1179" y="2298"/>
                  </a:cubicBezTo>
                  <a:cubicBezTo>
                    <a:pt x="1179" y="1870"/>
                    <a:pt x="1536" y="1513"/>
                    <a:pt x="1965" y="1513"/>
                  </a:cubicBezTo>
                  <a:cubicBezTo>
                    <a:pt x="2072" y="1513"/>
                    <a:pt x="2143" y="1441"/>
                    <a:pt x="2143" y="1334"/>
                  </a:cubicBezTo>
                  <a:cubicBezTo>
                    <a:pt x="2143" y="1227"/>
                    <a:pt x="2072" y="1155"/>
                    <a:pt x="1965" y="1155"/>
                  </a:cubicBezTo>
                  <a:cubicBezTo>
                    <a:pt x="1334" y="1155"/>
                    <a:pt x="822" y="1679"/>
                    <a:pt x="822" y="2298"/>
                  </a:cubicBezTo>
                  <a:cubicBezTo>
                    <a:pt x="822" y="2941"/>
                    <a:pt x="1345" y="3453"/>
                    <a:pt x="1965" y="3453"/>
                  </a:cubicBezTo>
                  <a:cubicBezTo>
                    <a:pt x="2607" y="3453"/>
                    <a:pt x="3119" y="2929"/>
                    <a:pt x="3119" y="2298"/>
                  </a:cubicBezTo>
                  <a:cubicBezTo>
                    <a:pt x="3119" y="2060"/>
                    <a:pt x="3036" y="1822"/>
                    <a:pt x="2893" y="1632"/>
                  </a:cubicBezTo>
                  <a:lnTo>
                    <a:pt x="3191" y="1334"/>
                  </a:lnTo>
                  <a:cubicBezTo>
                    <a:pt x="3381" y="1608"/>
                    <a:pt x="3512" y="1953"/>
                    <a:pt x="3512" y="2310"/>
                  </a:cubicBezTo>
                  <a:cubicBezTo>
                    <a:pt x="3512" y="3168"/>
                    <a:pt x="2822" y="3870"/>
                    <a:pt x="1953" y="3870"/>
                  </a:cubicBezTo>
                  <a:cubicBezTo>
                    <a:pt x="1095" y="3870"/>
                    <a:pt x="393" y="3168"/>
                    <a:pt x="393" y="2310"/>
                  </a:cubicBezTo>
                  <a:cubicBezTo>
                    <a:pt x="393" y="1441"/>
                    <a:pt x="1095" y="739"/>
                    <a:pt x="1953" y="739"/>
                  </a:cubicBezTo>
                  <a:close/>
                  <a:moveTo>
                    <a:pt x="3500" y="0"/>
                  </a:moveTo>
                  <a:cubicBezTo>
                    <a:pt x="3393" y="0"/>
                    <a:pt x="3322" y="72"/>
                    <a:pt x="3322" y="179"/>
                  </a:cubicBezTo>
                  <a:lnTo>
                    <a:pt x="3322" y="679"/>
                  </a:lnTo>
                  <a:lnTo>
                    <a:pt x="3179" y="834"/>
                  </a:lnTo>
                  <a:cubicBezTo>
                    <a:pt x="2846" y="548"/>
                    <a:pt x="2417" y="381"/>
                    <a:pt x="1941" y="381"/>
                  </a:cubicBezTo>
                  <a:cubicBezTo>
                    <a:pt x="869" y="381"/>
                    <a:pt x="0" y="1251"/>
                    <a:pt x="0" y="2322"/>
                  </a:cubicBezTo>
                  <a:cubicBezTo>
                    <a:pt x="0" y="3394"/>
                    <a:pt x="869" y="4251"/>
                    <a:pt x="1941" y="4251"/>
                  </a:cubicBezTo>
                  <a:cubicBezTo>
                    <a:pt x="3012" y="4251"/>
                    <a:pt x="3870" y="3394"/>
                    <a:pt x="3870" y="2322"/>
                  </a:cubicBezTo>
                  <a:cubicBezTo>
                    <a:pt x="3870" y="1858"/>
                    <a:pt x="3715" y="1429"/>
                    <a:pt x="3429" y="1084"/>
                  </a:cubicBezTo>
                  <a:lnTo>
                    <a:pt x="3572" y="941"/>
                  </a:lnTo>
                  <a:lnTo>
                    <a:pt x="4084" y="941"/>
                  </a:lnTo>
                  <a:cubicBezTo>
                    <a:pt x="4191" y="941"/>
                    <a:pt x="4262" y="858"/>
                    <a:pt x="4262" y="751"/>
                  </a:cubicBezTo>
                  <a:cubicBezTo>
                    <a:pt x="4262" y="655"/>
                    <a:pt x="4191" y="584"/>
                    <a:pt x="4084" y="584"/>
                  </a:cubicBezTo>
                  <a:lnTo>
                    <a:pt x="3929" y="584"/>
                  </a:lnTo>
                  <a:lnTo>
                    <a:pt x="4203" y="310"/>
                  </a:lnTo>
                  <a:cubicBezTo>
                    <a:pt x="4274" y="239"/>
                    <a:pt x="4274" y="120"/>
                    <a:pt x="4203" y="60"/>
                  </a:cubicBezTo>
                  <a:cubicBezTo>
                    <a:pt x="4167" y="24"/>
                    <a:pt x="4120" y="6"/>
                    <a:pt x="4073" y="6"/>
                  </a:cubicBezTo>
                  <a:cubicBezTo>
                    <a:pt x="4027" y="6"/>
                    <a:pt x="3983" y="24"/>
                    <a:pt x="3953" y="60"/>
                  </a:cubicBezTo>
                  <a:lnTo>
                    <a:pt x="3679" y="322"/>
                  </a:lnTo>
                  <a:lnTo>
                    <a:pt x="3679" y="179"/>
                  </a:lnTo>
                  <a:cubicBezTo>
                    <a:pt x="3679" y="72"/>
                    <a:pt x="3608" y="0"/>
                    <a:pt x="3500" y="0"/>
                  </a:cubicBezTo>
                  <a:close/>
                </a:path>
              </a:pathLst>
            </a:custGeom>
            <a:solidFill>
              <a:schemeClr val="dk1"/>
            </a:solidFill>
            <a:ln>
              <a:noFill/>
            </a:ln>
          </p:spPr>
          <p:txBody>
            <a:bodyPr spcFirstLastPara="1" wrap="square" lIns="121900" tIns="121900" rIns="121900" bIns="121900" anchor="ctr" anchorCtr="0">
              <a:noAutofit/>
            </a:bodyPr>
            <a:lstStyle/>
            <a:p>
              <a:endParaRPr sz="2400">
                <a:solidFill>
                  <a:schemeClr val="bg1"/>
                </a:solidFill>
              </a:endParaRPr>
            </a:p>
          </p:txBody>
        </p:sp>
      </p:grpSp>
      <p:sp>
        <p:nvSpPr>
          <p:cNvPr id="660" name="Google Shape;660;p59"/>
          <p:cNvSpPr/>
          <p:nvPr/>
        </p:nvSpPr>
        <p:spPr>
          <a:xfrm>
            <a:off x="5830989" y="3699896"/>
            <a:ext cx="500475" cy="474569"/>
          </a:xfrm>
          <a:custGeom>
            <a:avLst/>
            <a:gdLst/>
            <a:ahLst/>
            <a:cxnLst/>
            <a:rect l="l" t="t" r="r" b="b"/>
            <a:pathLst>
              <a:path w="12228" h="11183" extrusionOk="0">
                <a:moveTo>
                  <a:pt x="4560" y="3991"/>
                </a:moveTo>
                <a:cubicBezTo>
                  <a:pt x="4739" y="3991"/>
                  <a:pt x="4894" y="4146"/>
                  <a:pt x="4894" y="4324"/>
                </a:cubicBezTo>
                <a:cubicBezTo>
                  <a:pt x="4894" y="4503"/>
                  <a:pt x="4739" y="4646"/>
                  <a:pt x="4560" y="4646"/>
                </a:cubicBezTo>
                <a:cubicBezTo>
                  <a:pt x="4382" y="4646"/>
                  <a:pt x="4239" y="4503"/>
                  <a:pt x="4239" y="4324"/>
                </a:cubicBezTo>
                <a:cubicBezTo>
                  <a:pt x="4251" y="4134"/>
                  <a:pt x="4382" y="3991"/>
                  <a:pt x="4560" y="3991"/>
                </a:cubicBezTo>
                <a:close/>
                <a:moveTo>
                  <a:pt x="5930" y="1419"/>
                </a:moveTo>
                <a:lnTo>
                  <a:pt x="5930" y="2003"/>
                </a:lnTo>
                <a:lnTo>
                  <a:pt x="5941" y="4051"/>
                </a:lnTo>
                <a:lnTo>
                  <a:pt x="5965" y="5872"/>
                </a:lnTo>
                <a:lnTo>
                  <a:pt x="1619" y="4908"/>
                </a:lnTo>
                <a:cubicBezTo>
                  <a:pt x="1869" y="3801"/>
                  <a:pt x="2548" y="2848"/>
                  <a:pt x="3489" y="2229"/>
                </a:cubicBezTo>
                <a:lnTo>
                  <a:pt x="4275" y="3670"/>
                </a:lnTo>
                <a:cubicBezTo>
                  <a:pt x="4025" y="3777"/>
                  <a:pt x="3858" y="4027"/>
                  <a:pt x="3858" y="4313"/>
                </a:cubicBezTo>
                <a:cubicBezTo>
                  <a:pt x="3858" y="4694"/>
                  <a:pt x="4179" y="5027"/>
                  <a:pt x="4572" y="5027"/>
                </a:cubicBezTo>
                <a:cubicBezTo>
                  <a:pt x="4965" y="5027"/>
                  <a:pt x="5287" y="4705"/>
                  <a:pt x="5287" y="4313"/>
                </a:cubicBezTo>
                <a:cubicBezTo>
                  <a:pt x="5287" y="3967"/>
                  <a:pt x="5037" y="3670"/>
                  <a:pt x="4715" y="3610"/>
                </a:cubicBezTo>
                <a:lnTo>
                  <a:pt x="3846" y="2015"/>
                </a:lnTo>
                <a:cubicBezTo>
                  <a:pt x="4477" y="1657"/>
                  <a:pt x="5168" y="1455"/>
                  <a:pt x="5930" y="1419"/>
                </a:cubicBezTo>
                <a:close/>
                <a:moveTo>
                  <a:pt x="6287" y="4265"/>
                </a:moveTo>
                <a:cubicBezTo>
                  <a:pt x="7227" y="4348"/>
                  <a:pt x="7965" y="5158"/>
                  <a:pt x="7965" y="6122"/>
                </a:cubicBezTo>
                <a:cubicBezTo>
                  <a:pt x="7965" y="6491"/>
                  <a:pt x="7846" y="6872"/>
                  <a:pt x="7644" y="7170"/>
                </a:cubicBezTo>
                <a:lnTo>
                  <a:pt x="6287" y="6039"/>
                </a:lnTo>
                <a:lnTo>
                  <a:pt x="6287" y="4265"/>
                </a:lnTo>
                <a:close/>
                <a:moveTo>
                  <a:pt x="6477" y="348"/>
                </a:moveTo>
                <a:cubicBezTo>
                  <a:pt x="9501" y="526"/>
                  <a:pt x="11871" y="3039"/>
                  <a:pt x="11871" y="6063"/>
                </a:cubicBezTo>
                <a:cubicBezTo>
                  <a:pt x="11835" y="7349"/>
                  <a:pt x="11454" y="8539"/>
                  <a:pt x="10728" y="9516"/>
                </a:cubicBezTo>
                <a:cubicBezTo>
                  <a:pt x="10692" y="9563"/>
                  <a:pt x="10644" y="9575"/>
                  <a:pt x="10609" y="9575"/>
                </a:cubicBezTo>
                <a:cubicBezTo>
                  <a:pt x="10561" y="9575"/>
                  <a:pt x="10513" y="9563"/>
                  <a:pt x="10490" y="9527"/>
                </a:cubicBezTo>
                <a:lnTo>
                  <a:pt x="9537" y="8730"/>
                </a:lnTo>
                <a:cubicBezTo>
                  <a:pt x="10013" y="8123"/>
                  <a:pt x="10311" y="7384"/>
                  <a:pt x="10394" y="6610"/>
                </a:cubicBezTo>
                <a:cubicBezTo>
                  <a:pt x="10406" y="6491"/>
                  <a:pt x="10323" y="6396"/>
                  <a:pt x="10204" y="6396"/>
                </a:cubicBezTo>
                <a:cubicBezTo>
                  <a:pt x="10097" y="6396"/>
                  <a:pt x="10025" y="6468"/>
                  <a:pt x="10013" y="6551"/>
                </a:cubicBezTo>
                <a:cubicBezTo>
                  <a:pt x="9930" y="7206"/>
                  <a:pt x="9680" y="7849"/>
                  <a:pt x="9299" y="8384"/>
                </a:cubicBezTo>
                <a:cubicBezTo>
                  <a:pt x="9275" y="8396"/>
                  <a:pt x="9263" y="8432"/>
                  <a:pt x="9251" y="8444"/>
                </a:cubicBezTo>
                <a:cubicBezTo>
                  <a:pt x="9251" y="8444"/>
                  <a:pt x="9251" y="8456"/>
                  <a:pt x="9239" y="8456"/>
                </a:cubicBezTo>
                <a:lnTo>
                  <a:pt x="7954" y="7372"/>
                </a:lnTo>
                <a:cubicBezTo>
                  <a:pt x="8227" y="7003"/>
                  <a:pt x="8370" y="6539"/>
                  <a:pt x="8370" y="6075"/>
                </a:cubicBezTo>
                <a:cubicBezTo>
                  <a:pt x="8370" y="4908"/>
                  <a:pt x="7465" y="3920"/>
                  <a:pt x="6299" y="3836"/>
                </a:cubicBezTo>
                <a:lnTo>
                  <a:pt x="6287" y="2146"/>
                </a:lnTo>
                <a:lnTo>
                  <a:pt x="6418" y="2146"/>
                </a:lnTo>
                <a:cubicBezTo>
                  <a:pt x="6453" y="2146"/>
                  <a:pt x="6501" y="2146"/>
                  <a:pt x="6525" y="2169"/>
                </a:cubicBezTo>
                <a:cubicBezTo>
                  <a:pt x="8358" y="2360"/>
                  <a:pt x="9811" y="3812"/>
                  <a:pt x="10025" y="5646"/>
                </a:cubicBezTo>
                <a:cubicBezTo>
                  <a:pt x="10037" y="5753"/>
                  <a:pt x="10109" y="5813"/>
                  <a:pt x="10216" y="5813"/>
                </a:cubicBezTo>
                <a:cubicBezTo>
                  <a:pt x="10335" y="5813"/>
                  <a:pt x="10430" y="5706"/>
                  <a:pt x="10406" y="5598"/>
                </a:cubicBezTo>
                <a:cubicBezTo>
                  <a:pt x="10192" y="3503"/>
                  <a:pt x="8430" y="1848"/>
                  <a:pt x="6299" y="1765"/>
                </a:cubicBezTo>
                <a:lnTo>
                  <a:pt x="6299" y="526"/>
                </a:lnTo>
                <a:cubicBezTo>
                  <a:pt x="6299" y="479"/>
                  <a:pt x="6322" y="443"/>
                  <a:pt x="6346" y="407"/>
                </a:cubicBezTo>
                <a:cubicBezTo>
                  <a:pt x="6382" y="360"/>
                  <a:pt x="6418" y="348"/>
                  <a:pt x="6477" y="348"/>
                </a:cubicBezTo>
                <a:close/>
                <a:moveTo>
                  <a:pt x="1477" y="5277"/>
                </a:moveTo>
                <a:lnTo>
                  <a:pt x="5870" y="6241"/>
                </a:lnTo>
                <a:lnTo>
                  <a:pt x="4667" y="10575"/>
                </a:lnTo>
                <a:cubicBezTo>
                  <a:pt x="2774" y="9980"/>
                  <a:pt x="1405" y="8206"/>
                  <a:pt x="1405" y="6110"/>
                </a:cubicBezTo>
                <a:cubicBezTo>
                  <a:pt x="1405" y="5825"/>
                  <a:pt x="1441" y="5539"/>
                  <a:pt x="1477" y="5277"/>
                </a:cubicBezTo>
                <a:close/>
                <a:moveTo>
                  <a:pt x="6215" y="6468"/>
                </a:moveTo>
                <a:lnTo>
                  <a:pt x="7549" y="7599"/>
                </a:lnTo>
                <a:lnTo>
                  <a:pt x="9132" y="8920"/>
                </a:lnTo>
                <a:lnTo>
                  <a:pt x="9573" y="9289"/>
                </a:lnTo>
                <a:cubicBezTo>
                  <a:pt x="8680" y="10266"/>
                  <a:pt x="7430" y="10813"/>
                  <a:pt x="6108" y="10813"/>
                </a:cubicBezTo>
                <a:cubicBezTo>
                  <a:pt x="5739" y="10813"/>
                  <a:pt x="5382" y="10766"/>
                  <a:pt x="5037" y="10694"/>
                </a:cubicBezTo>
                <a:lnTo>
                  <a:pt x="6215" y="6468"/>
                </a:lnTo>
                <a:close/>
                <a:moveTo>
                  <a:pt x="6429" y="1"/>
                </a:moveTo>
                <a:cubicBezTo>
                  <a:pt x="6297" y="1"/>
                  <a:pt x="6159" y="59"/>
                  <a:pt x="6060" y="157"/>
                </a:cubicBezTo>
                <a:cubicBezTo>
                  <a:pt x="5953" y="264"/>
                  <a:pt x="5882" y="407"/>
                  <a:pt x="5882" y="562"/>
                </a:cubicBezTo>
                <a:lnTo>
                  <a:pt x="5882" y="1038"/>
                </a:lnTo>
                <a:cubicBezTo>
                  <a:pt x="5084" y="1062"/>
                  <a:pt x="4310" y="1288"/>
                  <a:pt x="3620" y="1669"/>
                </a:cubicBezTo>
                <a:lnTo>
                  <a:pt x="3191" y="872"/>
                </a:lnTo>
                <a:cubicBezTo>
                  <a:pt x="3155" y="812"/>
                  <a:pt x="3084" y="764"/>
                  <a:pt x="3024" y="764"/>
                </a:cubicBezTo>
                <a:lnTo>
                  <a:pt x="393" y="764"/>
                </a:lnTo>
                <a:lnTo>
                  <a:pt x="393" y="443"/>
                </a:lnTo>
                <a:cubicBezTo>
                  <a:pt x="393" y="336"/>
                  <a:pt x="298" y="241"/>
                  <a:pt x="203" y="241"/>
                </a:cubicBezTo>
                <a:cubicBezTo>
                  <a:pt x="95" y="241"/>
                  <a:pt x="0" y="336"/>
                  <a:pt x="0" y="443"/>
                </a:cubicBezTo>
                <a:lnTo>
                  <a:pt x="0" y="1467"/>
                </a:lnTo>
                <a:cubicBezTo>
                  <a:pt x="0" y="1574"/>
                  <a:pt x="95" y="1657"/>
                  <a:pt x="203" y="1657"/>
                </a:cubicBezTo>
                <a:cubicBezTo>
                  <a:pt x="298" y="1657"/>
                  <a:pt x="393" y="1562"/>
                  <a:pt x="393" y="1467"/>
                </a:cubicBezTo>
                <a:lnTo>
                  <a:pt x="393" y="1157"/>
                </a:lnTo>
                <a:lnTo>
                  <a:pt x="2917" y="1157"/>
                </a:lnTo>
                <a:lnTo>
                  <a:pt x="3310" y="1872"/>
                </a:lnTo>
                <a:cubicBezTo>
                  <a:pt x="3024" y="2062"/>
                  <a:pt x="2762" y="2277"/>
                  <a:pt x="2501" y="2527"/>
                </a:cubicBezTo>
                <a:cubicBezTo>
                  <a:pt x="1548" y="3467"/>
                  <a:pt x="1036" y="4753"/>
                  <a:pt x="1036" y="6098"/>
                </a:cubicBezTo>
                <a:cubicBezTo>
                  <a:pt x="1036" y="8885"/>
                  <a:pt x="3310" y="11182"/>
                  <a:pt x="6120" y="11182"/>
                </a:cubicBezTo>
                <a:cubicBezTo>
                  <a:pt x="7573" y="11182"/>
                  <a:pt x="8918" y="10575"/>
                  <a:pt x="9882" y="9516"/>
                </a:cubicBezTo>
                <a:lnTo>
                  <a:pt x="10240" y="9813"/>
                </a:lnTo>
                <a:cubicBezTo>
                  <a:pt x="10347" y="9908"/>
                  <a:pt x="10466" y="9944"/>
                  <a:pt x="10597" y="9944"/>
                </a:cubicBezTo>
                <a:lnTo>
                  <a:pt x="10656" y="9944"/>
                </a:lnTo>
                <a:cubicBezTo>
                  <a:pt x="10811" y="9932"/>
                  <a:pt x="10942" y="9837"/>
                  <a:pt x="11037" y="9718"/>
                </a:cubicBezTo>
                <a:cubicBezTo>
                  <a:pt x="11823" y="8670"/>
                  <a:pt x="12228" y="7420"/>
                  <a:pt x="12228" y="6098"/>
                </a:cubicBezTo>
                <a:cubicBezTo>
                  <a:pt x="12228" y="2884"/>
                  <a:pt x="9692" y="205"/>
                  <a:pt x="6465" y="2"/>
                </a:cubicBezTo>
                <a:cubicBezTo>
                  <a:pt x="6453" y="1"/>
                  <a:pt x="6441" y="1"/>
                  <a:pt x="6429" y="1"/>
                </a:cubicBezTo>
                <a:close/>
              </a:path>
            </a:pathLst>
          </a:custGeom>
          <a:solidFill>
            <a:schemeClr val="dk1"/>
          </a:solidFill>
          <a:ln>
            <a:solidFill>
              <a:srgbClr val="FF0000"/>
            </a:solidFill>
          </a:ln>
        </p:spPr>
        <p:txBody>
          <a:bodyPr spcFirstLastPara="1" wrap="square" lIns="121900" tIns="121900" rIns="121900" bIns="121900" anchor="ctr" anchorCtr="0">
            <a:noAutofit/>
          </a:bodyPr>
          <a:lstStyle/>
          <a:p>
            <a:endParaRPr sz="2400">
              <a:solidFill>
                <a:schemeClr val="bg1"/>
              </a:solidFill>
            </a:endParaRPr>
          </a:p>
        </p:txBody>
      </p:sp>
      <p:pic>
        <p:nvPicPr>
          <p:cNvPr id="3" name="Graphic 2" descr="Transfer with solid fill">
            <a:extLst>
              <a:ext uri="{FF2B5EF4-FFF2-40B4-BE49-F238E27FC236}">
                <a16:creationId xmlns:a16="http://schemas.microsoft.com/office/drawing/2014/main" id="{D175726F-AD45-42EB-8EDF-AD16AF922DE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99528" y="3725758"/>
            <a:ext cx="526467" cy="526467"/>
          </a:xfrm>
          <a:prstGeom prst="rect">
            <a:avLst/>
          </a:prstGeom>
        </p:spPr>
      </p:pic>
      <p:pic>
        <p:nvPicPr>
          <p:cNvPr id="12" name="Graphic 11" descr="Single gear with solid fill">
            <a:extLst>
              <a:ext uri="{FF2B5EF4-FFF2-40B4-BE49-F238E27FC236}">
                <a16:creationId xmlns:a16="http://schemas.microsoft.com/office/drawing/2014/main" id="{A7C272EF-DDAE-490E-B898-D6C95063E77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17176" y="3586963"/>
            <a:ext cx="656505" cy="6565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extLst>
              <a:ext uri="{BEBA8EAE-BF5A-486C-A8C5-ECC9F3942E4B}">
                <a14:imgProps xmlns:a14="http://schemas.microsoft.com/office/drawing/2010/main">
                  <a14:imgLayer r:embed="rId3">
                    <a14:imgEffect>
                      <a14:sharpenSoften amount="-53000"/>
                    </a14:imgEffect>
                    <a14:imgEffect>
                      <a14:brightnessContrast bright="-14000"/>
                    </a14:imgEffect>
                  </a14:imgLayer>
                </a14:imgProps>
              </a:ext>
            </a:extLst>
          </a:blip>
          <a:srcRect/>
          <a:stretch>
            <a:fillRect t="-39000" b="-3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8E34E-8CEB-44F8-BE3E-471C7E31D4C8}"/>
              </a:ext>
            </a:extLst>
          </p:cNvPr>
          <p:cNvSpPr>
            <a:spLocks noGrp="1"/>
          </p:cNvSpPr>
          <p:nvPr>
            <p:ph type="title"/>
          </p:nvPr>
        </p:nvSpPr>
        <p:spPr/>
        <p:txBody>
          <a:bodyPr/>
          <a:lstStyle/>
          <a:p>
            <a:pPr algn="ctr"/>
            <a:r>
              <a:rPr lang="en-IN" sz="4000" b="1" u="sng" dirty="0" err="1">
                <a:solidFill>
                  <a:schemeClr val="bg1"/>
                </a:solidFill>
              </a:rPr>
              <a:t>XGBoost</a:t>
            </a:r>
            <a:r>
              <a:rPr lang="en-IN" sz="4000" b="1" u="sng" dirty="0">
                <a:solidFill>
                  <a:schemeClr val="bg1"/>
                </a:solidFill>
              </a:rPr>
              <a:t> Model and Results</a:t>
            </a:r>
            <a:endParaRPr lang="en-IN" sz="8000" b="1" u="sng" dirty="0">
              <a:solidFill>
                <a:schemeClr val="bg1"/>
              </a:solidFill>
            </a:endParaRPr>
          </a:p>
        </p:txBody>
      </p:sp>
      <p:sp>
        <p:nvSpPr>
          <p:cNvPr id="6" name="TextBox 5">
            <a:extLst>
              <a:ext uri="{FF2B5EF4-FFF2-40B4-BE49-F238E27FC236}">
                <a16:creationId xmlns:a16="http://schemas.microsoft.com/office/drawing/2014/main" id="{6D20AA31-B566-4BA1-AF64-191EFB057F21}"/>
              </a:ext>
            </a:extLst>
          </p:cNvPr>
          <p:cNvSpPr txBox="1"/>
          <p:nvPr/>
        </p:nvSpPr>
        <p:spPr>
          <a:xfrm>
            <a:off x="1224160" y="1459131"/>
            <a:ext cx="10272000" cy="1569660"/>
          </a:xfrm>
          <a:prstGeom prst="rect">
            <a:avLst/>
          </a:prstGeom>
          <a:noFill/>
        </p:spPr>
        <p:txBody>
          <a:bodyPr wrap="square">
            <a:spAutoFit/>
          </a:bodyPr>
          <a:lstStyle/>
          <a:p>
            <a:pPr algn="just"/>
            <a:r>
              <a:rPr lang="en-GB" sz="2400" dirty="0" err="1">
                <a:solidFill>
                  <a:schemeClr val="bg1"/>
                </a:solidFill>
              </a:rPr>
              <a:t>XGBoost</a:t>
            </a:r>
            <a:r>
              <a:rPr lang="en-GB" sz="2400" dirty="0">
                <a:solidFill>
                  <a:schemeClr val="bg1"/>
                </a:solidFill>
              </a:rPr>
              <a:t> was chosen because it handles tabular data, captures complex patterns, manages imbalanced classes well, and provides strong performance and interpretability for predicting pupil risky behaviour.</a:t>
            </a:r>
          </a:p>
          <a:p>
            <a:pPr algn="just"/>
            <a:endParaRPr lang="en-IN" sz="2400" dirty="0">
              <a:solidFill>
                <a:schemeClr val="bg1"/>
              </a:solidFill>
            </a:endParaRPr>
          </a:p>
        </p:txBody>
      </p:sp>
      <p:sp>
        <p:nvSpPr>
          <p:cNvPr id="8" name="TextBox 7">
            <a:extLst>
              <a:ext uri="{FF2B5EF4-FFF2-40B4-BE49-F238E27FC236}">
                <a16:creationId xmlns:a16="http://schemas.microsoft.com/office/drawing/2014/main" id="{11F54BA0-AE4B-4CA1-A37D-7EE00BF9B96F}"/>
              </a:ext>
            </a:extLst>
          </p:cNvPr>
          <p:cNvSpPr txBox="1"/>
          <p:nvPr/>
        </p:nvSpPr>
        <p:spPr>
          <a:xfrm>
            <a:off x="1496411" y="3130955"/>
            <a:ext cx="4414640" cy="3046988"/>
          </a:xfrm>
          <a:prstGeom prst="rect">
            <a:avLst/>
          </a:prstGeom>
          <a:noFill/>
        </p:spPr>
        <p:txBody>
          <a:bodyPr wrap="square" rtlCol="0">
            <a:spAutoFit/>
          </a:bodyPr>
          <a:lstStyle/>
          <a:p>
            <a:r>
              <a:rPr lang="en-GB" sz="2400" dirty="0">
                <a:solidFill>
                  <a:schemeClr val="bg1"/>
                </a:solidFill>
              </a:rPr>
              <a:t>The model achieves ~67% accuracy and detects 66% of risky-behaviour pupils, showing strong recall for the minority class. Overall, the model provides balanced and reliable performance for identifying at-risk students</a:t>
            </a:r>
            <a:endParaRPr lang="en-IN" sz="2400" dirty="0">
              <a:solidFill>
                <a:schemeClr val="bg1"/>
              </a:solidFill>
            </a:endParaRPr>
          </a:p>
        </p:txBody>
      </p:sp>
      <p:pic>
        <p:nvPicPr>
          <p:cNvPr id="10" name="Picture 9">
            <a:extLst>
              <a:ext uri="{FF2B5EF4-FFF2-40B4-BE49-F238E27FC236}">
                <a16:creationId xmlns:a16="http://schemas.microsoft.com/office/drawing/2014/main" id="{2F910147-3D32-442B-B463-968267FF3D92}"/>
              </a:ext>
            </a:extLst>
          </p:cNvPr>
          <p:cNvPicPr>
            <a:picLocks noChangeAspect="1"/>
          </p:cNvPicPr>
          <p:nvPr/>
        </p:nvPicPr>
        <p:blipFill>
          <a:blip r:embed="rId4"/>
          <a:stretch>
            <a:fillRect/>
          </a:stretch>
        </p:blipFill>
        <p:spPr>
          <a:xfrm>
            <a:off x="6280951" y="3283434"/>
            <a:ext cx="5533914" cy="2742029"/>
          </a:xfrm>
          <a:prstGeom prst="rect">
            <a:avLst/>
          </a:prstGeom>
        </p:spPr>
      </p:pic>
    </p:spTree>
    <p:extLst>
      <p:ext uri="{BB962C8B-B14F-4D97-AF65-F5344CB8AC3E}">
        <p14:creationId xmlns:p14="http://schemas.microsoft.com/office/powerpoint/2010/main" val="4049684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9BB2E-4A64-47B4-83B4-DD61094BA51C}"/>
              </a:ext>
            </a:extLst>
          </p:cNvPr>
          <p:cNvSpPr>
            <a:spLocks noGrp="1"/>
          </p:cNvSpPr>
          <p:nvPr>
            <p:ph type="title"/>
          </p:nvPr>
        </p:nvSpPr>
        <p:spPr>
          <a:xfrm>
            <a:off x="960000" y="380007"/>
            <a:ext cx="10272000" cy="763600"/>
          </a:xfrm>
          <a:noFill/>
        </p:spPr>
        <p:txBody>
          <a:bodyPr/>
          <a:lstStyle/>
          <a:p>
            <a:pPr algn="ctr"/>
            <a:r>
              <a:rPr lang="en-IN" u="sng" dirty="0">
                <a:solidFill>
                  <a:schemeClr val="bg1"/>
                </a:solidFill>
              </a:rPr>
              <a:t>Hyperparameter Tuning &amp;Result</a:t>
            </a:r>
          </a:p>
        </p:txBody>
      </p:sp>
      <p:sp>
        <p:nvSpPr>
          <p:cNvPr id="3" name="TextBox 2">
            <a:extLst>
              <a:ext uri="{FF2B5EF4-FFF2-40B4-BE49-F238E27FC236}">
                <a16:creationId xmlns:a16="http://schemas.microsoft.com/office/drawing/2014/main" id="{B759B630-43F2-4DFB-9B0E-DF4CDF715954}"/>
              </a:ext>
            </a:extLst>
          </p:cNvPr>
          <p:cNvSpPr txBox="1"/>
          <p:nvPr/>
        </p:nvSpPr>
        <p:spPr>
          <a:xfrm>
            <a:off x="1299630" y="1208164"/>
            <a:ext cx="10272000" cy="1200329"/>
          </a:xfrm>
          <a:prstGeom prst="rect">
            <a:avLst/>
          </a:prstGeom>
          <a:noFill/>
        </p:spPr>
        <p:txBody>
          <a:bodyPr wrap="square" rtlCol="0">
            <a:spAutoFit/>
          </a:bodyPr>
          <a:lstStyle/>
          <a:p>
            <a:r>
              <a:rPr lang="en-IN" sz="2400" dirty="0">
                <a:solidFill>
                  <a:schemeClr val="bg1"/>
                </a:solidFill>
              </a:rPr>
              <a:t>Hyperparameter Tuning is used to optimise ML model’s performance by finding best combinations of settings. It improves accuracy, reduce overfitting, handle imbalanced data to make the model more stable and reliable.	</a:t>
            </a:r>
          </a:p>
        </p:txBody>
      </p:sp>
      <p:sp>
        <p:nvSpPr>
          <p:cNvPr id="4" name="TextBox 3">
            <a:extLst>
              <a:ext uri="{FF2B5EF4-FFF2-40B4-BE49-F238E27FC236}">
                <a16:creationId xmlns:a16="http://schemas.microsoft.com/office/drawing/2014/main" id="{969BB6DE-423F-4AF6-B0D9-1BD3AD8FAF3C}"/>
              </a:ext>
            </a:extLst>
          </p:cNvPr>
          <p:cNvSpPr txBox="1"/>
          <p:nvPr/>
        </p:nvSpPr>
        <p:spPr>
          <a:xfrm>
            <a:off x="1148080" y="2799922"/>
            <a:ext cx="4003040" cy="3785652"/>
          </a:xfrm>
          <a:prstGeom prst="rect">
            <a:avLst/>
          </a:prstGeom>
          <a:noFill/>
        </p:spPr>
        <p:txBody>
          <a:bodyPr wrap="square" rtlCol="0">
            <a:spAutoFit/>
          </a:bodyPr>
          <a:lstStyle/>
          <a:p>
            <a:r>
              <a:rPr lang="en-GB" sz="2400" dirty="0">
                <a:solidFill>
                  <a:schemeClr val="bg1"/>
                </a:solidFill>
              </a:rPr>
              <a:t>The hyperparameter-tuned </a:t>
            </a:r>
            <a:r>
              <a:rPr lang="en-GB" sz="2400" dirty="0" err="1">
                <a:solidFill>
                  <a:schemeClr val="bg1"/>
                </a:solidFill>
              </a:rPr>
              <a:t>XGBoost</a:t>
            </a:r>
            <a:r>
              <a:rPr lang="en-GB" sz="2400" dirty="0">
                <a:solidFill>
                  <a:schemeClr val="bg1"/>
                </a:solidFill>
              </a:rPr>
              <a:t> model improved accuracy to 68%, boosted the recall of risky-behaviour pupils from 0.63 to 0.66, and increased the F1-score, making it more effective at identifying at-risk students compared to the baseline model.</a:t>
            </a:r>
            <a:endParaRPr lang="en-IN" sz="2400" dirty="0">
              <a:solidFill>
                <a:schemeClr val="bg1"/>
              </a:solidFill>
            </a:endParaRPr>
          </a:p>
        </p:txBody>
      </p:sp>
      <p:pic>
        <p:nvPicPr>
          <p:cNvPr id="8" name="Picture 7">
            <a:extLst>
              <a:ext uri="{FF2B5EF4-FFF2-40B4-BE49-F238E27FC236}">
                <a16:creationId xmlns:a16="http://schemas.microsoft.com/office/drawing/2014/main" id="{16E69A97-4C21-492A-BDBB-18B2EC0597B5}"/>
              </a:ext>
            </a:extLst>
          </p:cNvPr>
          <p:cNvPicPr>
            <a:picLocks noChangeAspect="1"/>
          </p:cNvPicPr>
          <p:nvPr/>
        </p:nvPicPr>
        <p:blipFill>
          <a:blip r:embed="rId2"/>
          <a:stretch>
            <a:fillRect/>
          </a:stretch>
        </p:blipFill>
        <p:spPr>
          <a:xfrm>
            <a:off x="5956324" y="2936408"/>
            <a:ext cx="5615306" cy="2864952"/>
          </a:xfrm>
          <a:prstGeom prst="rect">
            <a:avLst/>
          </a:prstGeom>
        </p:spPr>
      </p:pic>
    </p:spTree>
    <p:extLst>
      <p:ext uri="{BB962C8B-B14F-4D97-AF65-F5344CB8AC3E}">
        <p14:creationId xmlns:p14="http://schemas.microsoft.com/office/powerpoint/2010/main" val="760013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extLst>
              <a:ext uri="{BEBA8EAE-BF5A-486C-A8C5-ECC9F3942E4B}">
                <a14:imgProps xmlns:a14="http://schemas.microsoft.com/office/drawing/2010/main">
                  <a14:imgLayer r:embed="rId3">
                    <a14:imgEffect>
                      <a14:sharpenSoften amount="-55000"/>
                    </a14:imgEffect>
                    <a14:imgEffect>
                      <a14:brightnessContrast bright="-21000" contrast="14000"/>
                    </a14:imgEffect>
                  </a14:imgLayer>
                </a14:imgProps>
              </a:ext>
            </a:extLst>
          </a:blip>
          <a:srcRect/>
          <a:stretch>
            <a:fillRect t="-39000" b="-3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09CA5-DB38-4E4B-BAF2-DB439D463C42}"/>
              </a:ext>
            </a:extLst>
          </p:cNvPr>
          <p:cNvSpPr>
            <a:spLocks noGrp="1"/>
          </p:cNvSpPr>
          <p:nvPr>
            <p:ph type="title"/>
          </p:nvPr>
        </p:nvSpPr>
        <p:spPr/>
        <p:txBody>
          <a:bodyPr/>
          <a:lstStyle/>
          <a:p>
            <a:pPr algn="ctr"/>
            <a:r>
              <a:rPr lang="en-IN" sz="4800" dirty="0">
                <a:solidFill>
                  <a:schemeClr val="bg1"/>
                </a:solidFill>
              </a:rPr>
              <a:t>Conclusion</a:t>
            </a:r>
          </a:p>
        </p:txBody>
      </p:sp>
      <p:sp>
        <p:nvSpPr>
          <p:cNvPr id="8" name="Subtitle 7">
            <a:extLst>
              <a:ext uri="{FF2B5EF4-FFF2-40B4-BE49-F238E27FC236}">
                <a16:creationId xmlns:a16="http://schemas.microsoft.com/office/drawing/2014/main" id="{569A22E6-F7A7-403F-9BAD-5BBBFF73897A}"/>
              </a:ext>
            </a:extLst>
          </p:cNvPr>
          <p:cNvSpPr>
            <a:spLocks noGrp="1"/>
          </p:cNvSpPr>
          <p:nvPr>
            <p:ph type="subTitle" idx="6"/>
          </p:nvPr>
        </p:nvSpPr>
        <p:spPr>
          <a:xfrm>
            <a:off x="1142400" y="2037206"/>
            <a:ext cx="9907200" cy="3238233"/>
          </a:xfrm>
        </p:spPr>
        <p:txBody>
          <a:bodyPr/>
          <a:lstStyle/>
          <a:p>
            <a:pPr>
              <a:buFont typeface="Arial" panose="020B0604020202020204" pitchFamily="34" charset="0"/>
              <a:buChar char="•"/>
            </a:pPr>
            <a:r>
              <a:rPr lang="en-US" sz="2400" dirty="0">
                <a:solidFill>
                  <a:schemeClr val="bg1"/>
                </a:solidFill>
              </a:rPr>
              <a:t>The study used machine learning to predict substance use risk among adolescents in England.</a:t>
            </a:r>
          </a:p>
          <a:p>
            <a:pPr>
              <a:buFont typeface="Arial" panose="020B0604020202020204" pitchFamily="34" charset="0"/>
              <a:buChar char="•"/>
            </a:pPr>
            <a:r>
              <a:rPr lang="en-US" sz="2400" dirty="0">
                <a:solidFill>
                  <a:schemeClr val="bg1"/>
                </a:solidFill>
              </a:rPr>
              <a:t>The EDA identified that Alcohol is the most prevalent behavior across all regions and genders.</a:t>
            </a:r>
          </a:p>
          <a:p>
            <a:pPr>
              <a:buFont typeface="Arial" panose="020B0604020202020204" pitchFamily="34" charset="0"/>
              <a:buChar char="•"/>
            </a:pPr>
            <a:r>
              <a:rPr lang="en-US" sz="2400" dirty="0">
                <a:solidFill>
                  <a:schemeClr val="bg1"/>
                </a:solidFill>
              </a:rPr>
              <a:t>The Tuned </a:t>
            </a:r>
            <a:r>
              <a:rPr lang="en-US" sz="2400" dirty="0" err="1">
                <a:solidFill>
                  <a:schemeClr val="bg1"/>
                </a:solidFill>
              </a:rPr>
              <a:t>XGBoost</a:t>
            </a:r>
            <a:r>
              <a:rPr lang="en-US" sz="2400" dirty="0">
                <a:solidFill>
                  <a:schemeClr val="bg1"/>
                </a:solidFill>
              </a:rPr>
              <a:t> model achieved a useful 68% accuracy.</a:t>
            </a:r>
          </a:p>
          <a:p>
            <a:pPr>
              <a:buFont typeface="Arial" panose="020B0604020202020204" pitchFamily="34" charset="0"/>
              <a:buChar char="•"/>
            </a:pPr>
            <a:r>
              <a:rPr lang="en-US" sz="2400" dirty="0">
                <a:solidFill>
                  <a:schemeClr val="bg1"/>
                </a:solidFill>
              </a:rPr>
              <a:t>Model predictions were stronger for the majority class but weaker for the minority group.</a:t>
            </a:r>
          </a:p>
          <a:p>
            <a:pPr>
              <a:buFont typeface="Arial" panose="020B0604020202020204" pitchFamily="34" charset="0"/>
              <a:buChar char="•"/>
            </a:pPr>
            <a:r>
              <a:rPr lang="en-US" sz="2400" dirty="0">
                <a:solidFill>
                  <a:schemeClr val="bg1"/>
                </a:solidFill>
              </a:rPr>
              <a:t>Further work is needed to improve minority class performance to fully support early public health interventions.</a:t>
            </a:r>
            <a:endParaRPr lang="en-IN" sz="2400" dirty="0">
              <a:solidFill>
                <a:schemeClr val="bg1"/>
              </a:solidFill>
            </a:endParaRPr>
          </a:p>
        </p:txBody>
      </p:sp>
    </p:spTree>
    <p:extLst>
      <p:ext uri="{BB962C8B-B14F-4D97-AF65-F5344CB8AC3E}">
        <p14:creationId xmlns:p14="http://schemas.microsoft.com/office/powerpoint/2010/main" val="4028130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extLst>
              <a:ext uri="{BEBA8EAE-BF5A-486C-A8C5-ECC9F3942E4B}">
                <a14:imgProps xmlns:a14="http://schemas.microsoft.com/office/drawing/2010/main">
                  <a14:imgLayer r:embed="rId3">
                    <a14:imgEffect>
                      <a14:sharpenSoften amount="-61000"/>
                    </a14:imgEffect>
                    <a14:imgEffect>
                      <a14:brightnessContrast bright="-33000" contrast="18000"/>
                    </a14:imgEffect>
                  </a14:imgLayer>
                </a14:imgProps>
              </a:ext>
            </a:extLst>
          </a:blip>
          <a:srcRect/>
          <a:stretch>
            <a:fillRect t="-39000" b="-39000"/>
          </a:stretch>
        </a:blipFill>
        <a:effectLst/>
      </p:bgPr>
    </p:bg>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1925852A-984B-4DF9-A1D3-242B4F8EB6FB}"/>
              </a:ext>
            </a:extLst>
          </p:cNvPr>
          <p:cNvSpPr txBox="1"/>
          <p:nvPr/>
        </p:nvSpPr>
        <p:spPr>
          <a:xfrm>
            <a:off x="1137920" y="325120"/>
            <a:ext cx="10627360" cy="830997"/>
          </a:xfrm>
          <a:prstGeom prst="rect">
            <a:avLst/>
          </a:prstGeom>
          <a:noFill/>
        </p:spPr>
        <p:txBody>
          <a:bodyPr wrap="square" rtlCol="0">
            <a:spAutoFit/>
          </a:bodyPr>
          <a:lstStyle/>
          <a:p>
            <a:pPr algn="ctr"/>
            <a:r>
              <a:rPr lang="en-IN" sz="4800" u="sng" dirty="0">
                <a:solidFill>
                  <a:schemeClr val="bg1"/>
                </a:solidFill>
              </a:rPr>
              <a:t>References</a:t>
            </a:r>
          </a:p>
        </p:txBody>
      </p:sp>
      <p:sp>
        <p:nvSpPr>
          <p:cNvPr id="16" name="TextBox 15">
            <a:extLst>
              <a:ext uri="{FF2B5EF4-FFF2-40B4-BE49-F238E27FC236}">
                <a16:creationId xmlns:a16="http://schemas.microsoft.com/office/drawing/2014/main" id="{823B7045-B027-4089-8D68-562868FFF681}"/>
              </a:ext>
            </a:extLst>
          </p:cNvPr>
          <p:cNvSpPr txBox="1"/>
          <p:nvPr/>
        </p:nvSpPr>
        <p:spPr>
          <a:xfrm>
            <a:off x="1320800" y="1666240"/>
            <a:ext cx="9814560" cy="5262979"/>
          </a:xfrm>
          <a:prstGeom prst="rect">
            <a:avLst/>
          </a:prstGeom>
          <a:noFill/>
        </p:spPr>
        <p:txBody>
          <a:bodyPr wrap="square" rtlCol="0">
            <a:spAutoFit/>
          </a:bodyPr>
          <a:lstStyle/>
          <a:p>
            <a:pPr marL="285750" indent="-285750">
              <a:buFont typeface="Arial" panose="020B0604020202020204" pitchFamily="34" charset="0"/>
              <a:buChar char="•"/>
            </a:pPr>
            <a:r>
              <a:rPr lang="en-GB" sz="2400" dirty="0">
                <a:solidFill>
                  <a:schemeClr val="bg1"/>
                </a:solidFill>
              </a:rPr>
              <a:t>Chen, T., &amp; </a:t>
            </a:r>
            <a:r>
              <a:rPr lang="en-GB" sz="2400" dirty="0" err="1">
                <a:solidFill>
                  <a:schemeClr val="bg1"/>
                </a:solidFill>
              </a:rPr>
              <a:t>Guestrin</a:t>
            </a:r>
            <a:r>
              <a:rPr lang="en-GB" sz="2400" dirty="0">
                <a:solidFill>
                  <a:schemeClr val="bg1"/>
                </a:solidFill>
              </a:rPr>
              <a:t>, C. (2016). </a:t>
            </a:r>
            <a:r>
              <a:rPr lang="en-GB" sz="2400" dirty="0" err="1">
                <a:solidFill>
                  <a:schemeClr val="bg1"/>
                </a:solidFill>
              </a:rPr>
              <a:t>XGBoost</a:t>
            </a:r>
            <a:r>
              <a:rPr lang="en-GB" sz="2400" dirty="0">
                <a:solidFill>
                  <a:schemeClr val="bg1"/>
                </a:solidFill>
              </a:rPr>
              <a:t>: A scalable tree boosting system. Proceedings of the 22nd ACM SIGKDD Conference on Knowledge Discovery and Data Mining, 785–794.</a:t>
            </a:r>
          </a:p>
          <a:p>
            <a:pPr marL="285750" indent="-285750">
              <a:buFont typeface="Arial" panose="020B0604020202020204" pitchFamily="34" charset="0"/>
              <a:buChar char="•"/>
            </a:pPr>
            <a:r>
              <a:rPr lang="en-GB" sz="2400" dirty="0" err="1">
                <a:solidFill>
                  <a:schemeClr val="bg1"/>
                </a:solidFill>
              </a:rPr>
              <a:t>Bergstra</a:t>
            </a:r>
            <a:r>
              <a:rPr lang="en-GB" sz="2400" dirty="0">
                <a:solidFill>
                  <a:schemeClr val="bg1"/>
                </a:solidFill>
              </a:rPr>
              <a:t>, J., &amp; </a:t>
            </a:r>
            <a:r>
              <a:rPr lang="en-GB" sz="2400" dirty="0" err="1">
                <a:solidFill>
                  <a:schemeClr val="bg1"/>
                </a:solidFill>
              </a:rPr>
              <a:t>Bengio</a:t>
            </a:r>
            <a:r>
              <a:rPr lang="en-GB" sz="2400" dirty="0">
                <a:solidFill>
                  <a:schemeClr val="bg1"/>
                </a:solidFill>
              </a:rPr>
              <a:t>, Y. (2012). Random search for hyper-parameter optimization. Journal of Machine Learning Research, 13, 281–305.</a:t>
            </a:r>
          </a:p>
          <a:p>
            <a:pPr marL="342900" indent="-342900">
              <a:buFont typeface="Arial" panose="020B0604020202020204" pitchFamily="34" charset="0"/>
              <a:buChar char="•"/>
            </a:pPr>
            <a:r>
              <a:rPr lang="en-GB" sz="2400" b="1" dirty="0">
                <a:solidFill>
                  <a:schemeClr val="bg1"/>
                </a:solidFill>
              </a:rPr>
              <a:t>NHS Digital (2023). Smoking, Drinking and Drug Use Among Young People in England: Survey Dataset.</a:t>
            </a:r>
            <a:endParaRPr lang="en-GB" sz="2400" dirty="0">
              <a:solidFill>
                <a:schemeClr val="bg1"/>
              </a:solidFill>
            </a:endParaRPr>
          </a:p>
          <a:p>
            <a:pPr marL="342900" indent="-342900">
              <a:buFont typeface="Arial" panose="020B0604020202020204" pitchFamily="34" charset="0"/>
              <a:buChar char="•"/>
            </a:pPr>
            <a:r>
              <a:rPr lang="en-GB" sz="2400" b="1" dirty="0">
                <a:solidFill>
                  <a:schemeClr val="bg1"/>
                </a:solidFill>
              </a:rPr>
              <a:t>NHS Digital (2023). SDD Teacher/School Dataset.</a:t>
            </a:r>
            <a:endParaRPr lang="en-GB" sz="2400" dirty="0">
              <a:solidFill>
                <a:schemeClr val="bg1"/>
              </a:solidFill>
            </a:endParaRPr>
          </a:p>
          <a:p>
            <a:pPr marL="342900" indent="-342900">
              <a:buFont typeface="Arial" panose="020B0604020202020204" pitchFamily="34" charset="0"/>
              <a:buChar char="•"/>
            </a:pPr>
            <a:r>
              <a:rPr lang="en-GB" sz="2400" b="1" dirty="0">
                <a:solidFill>
                  <a:schemeClr val="bg1"/>
                </a:solidFill>
              </a:rPr>
              <a:t>Ministry of Housing, Communities &amp; Local Government (2019). English Indices of Deprivation 2019 (IMD).</a:t>
            </a:r>
            <a:endParaRPr lang="en-GB" sz="2400" dirty="0">
              <a:solidFill>
                <a:schemeClr val="bg1"/>
              </a:solidFill>
            </a:endParaRPr>
          </a:p>
          <a:p>
            <a:pPr marL="342900" indent="-342900">
              <a:buFont typeface="Arial" panose="020B0604020202020204" pitchFamily="34" charset="0"/>
              <a:buChar char="•"/>
            </a:pPr>
            <a:r>
              <a:rPr lang="en-GB" sz="2400" b="1" dirty="0">
                <a:solidFill>
                  <a:schemeClr val="bg1"/>
                </a:solidFill>
              </a:rPr>
              <a:t>Office for National Statistics (2020). Local Authority District to Region Lookup.</a:t>
            </a:r>
            <a:endParaRPr lang="en-GB" sz="2400" dirty="0">
              <a:solidFill>
                <a:schemeClr val="bg1"/>
              </a:solidFill>
            </a:endParaRPr>
          </a:p>
          <a:p>
            <a:br>
              <a:rPr lang="en-GB" sz="2400" dirty="0">
                <a:solidFill>
                  <a:schemeClr val="bg1"/>
                </a:solidFill>
              </a:rPr>
            </a:br>
            <a:endParaRPr lang="en-IN" sz="2400" dirty="0">
              <a:solidFill>
                <a:schemeClr val="bg1"/>
              </a:solidFill>
            </a:endParaRPr>
          </a:p>
        </p:txBody>
      </p:sp>
    </p:spTree>
    <p:extLst>
      <p:ext uri="{BB962C8B-B14F-4D97-AF65-F5344CB8AC3E}">
        <p14:creationId xmlns:p14="http://schemas.microsoft.com/office/powerpoint/2010/main" val="1596965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extLst>
              <a:ext uri="{BEBA8EAE-BF5A-486C-A8C5-ECC9F3942E4B}">
                <a14:imgProps xmlns:a14="http://schemas.microsoft.com/office/drawing/2010/main">
                  <a14:imgLayer r:embed="rId3">
                    <a14:imgEffect>
                      <a14:sharpenSoften amount="-60000"/>
                    </a14:imgEffect>
                  </a14:imgLayer>
                </a14:imgProps>
              </a:ext>
            </a:extLst>
          </a:blip>
          <a:srcRect/>
          <a:stretch>
            <a:fillRect t="-39000" b="-3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6E5A3-F121-42AF-8301-02978B4B209B}"/>
              </a:ext>
            </a:extLst>
          </p:cNvPr>
          <p:cNvSpPr>
            <a:spLocks noGrp="1"/>
          </p:cNvSpPr>
          <p:nvPr>
            <p:ph type="title"/>
          </p:nvPr>
        </p:nvSpPr>
        <p:spPr>
          <a:xfrm>
            <a:off x="1203840" y="4535447"/>
            <a:ext cx="10272000" cy="763600"/>
          </a:xfrm>
        </p:spPr>
        <p:txBody>
          <a:bodyPr/>
          <a:lstStyle/>
          <a:p>
            <a:pPr algn="ctr"/>
            <a:r>
              <a:rPr lang="en-IN" sz="6000" b="1" u="dbl" dirty="0">
                <a:solidFill>
                  <a:schemeClr val="bg1"/>
                </a:solidFill>
              </a:rPr>
              <a:t>Thank you!</a:t>
            </a:r>
          </a:p>
        </p:txBody>
      </p:sp>
    </p:spTree>
    <p:extLst>
      <p:ext uri="{BB962C8B-B14F-4D97-AF65-F5344CB8AC3E}">
        <p14:creationId xmlns:p14="http://schemas.microsoft.com/office/powerpoint/2010/main" val="33161247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370</TotalTime>
  <Words>888</Words>
  <Application>Microsoft Office PowerPoint</Application>
  <PresentationFormat>Widescreen</PresentationFormat>
  <Paragraphs>75</Paragraphs>
  <Slides>14</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Albert Sans</vt:lpstr>
      <vt:lpstr>Arial</vt:lpstr>
      <vt:lpstr>Calibri</vt:lpstr>
      <vt:lpstr>Calibri Light</vt:lpstr>
      <vt:lpstr>DM Sans</vt:lpstr>
      <vt:lpstr>Figtree</vt:lpstr>
      <vt:lpstr>Jost</vt:lpstr>
      <vt:lpstr>Nunito Light</vt:lpstr>
      <vt:lpstr>Questrial</vt:lpstr>
      <vt:lpstr>Wingdings</vt:lpstr>
      <vt:lpstr>Office Theme</vt:lpstr>
      <vt:lpstr>Predicting Risk Of Smoking, Alcohol And Drug Use Among Adolescents</vt:lpstr>
      <vt:lpstr>Research Question</vt:lpstr>
      <vt:lpstr>What Previous Studies Have Found…??</vt:lpstr>
      <vt:lpstr>Dataset Description</vt:lpstr>
      <vt:lpstr>Data Pre-Processing</vt:lpstr>
      <vt:lpstr>EDA ( Data Overview &amp; Distributions)</vt:lpstr>
      <vt:lpstr>EDA (Relationships &amp; Patterns)</vt:lpstr>
      <vt:lpstr>Prevalence by Ethnicity : It shows that White Ethnicity are more prevalent to alcohol and Asians are less when compared to other categories because white  are largest proportion of pupil . Pupil from Mixed category stands second .</vt:lpstr>
      <vt:lpstr>Model Building Steps</vt:lpstr>
      <vt:lpstr>XGBoost Model and Results</vt:lpstr>
      <vt:lpstr>Hyperparameter Tuning &amp;Result</vt:lpstr>
      <vt:lpstr>Conclusion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syam krishna sujith kolapalli</dc:creator>
  <cp:lastModifiedBy>syam krishna sujith kolapalli</cp:lastModifiedBy>
  <cp:revision>29</cp:revision>
  <dcterms:created xsi:type="dcterms:W3CDTF">2025-11-23T18:41:47Z</dcterms:created>
  <dcterms:modified xsi:type="dcterms:W3CDTF">2025-11-24T00:52:32Z</dcterms:modified>
</cp:coreProperties>
</file>